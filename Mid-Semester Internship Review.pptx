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  <p:embeddedFont>
      <p:font typeface="Oranienbaum" panose="02000506080000020003" pitchFamily="2" charset="0"/>
      <p:regular r:id="rId16"/>
    </p:embeddedFont>
    <p:embeddedFont>
      <p:font typeface="Quattrocento Sans" panose="020B0502050000020003" pitchFamily="34" charset="0"/>
      <p:regular r:id="rId17"/>
    </p:embeddedFont>
    <p:embeddedFont>
      <p:font typeface="Sorts Mill Goudy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312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00050" y="1120378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0"/>
                </a:moveTo>
                <a:lnTo>
                  <a:pt x="2133600" y="0"/>
                </a:lnTo>
                <a:lnTo>
                  <a:pt x="2133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00050" y="1120378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9600" y="1196578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Internship Review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29978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Mid-Semester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Internship Review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67307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39397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28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Software Testing &amp; GenAI-Based Testing Systems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6701" y="5086350"/>
            <a:ext cx="571500" cy="58102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5054" y="5248274"/>
            <a:ext cx="254794" cy="257175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90600" y="5133975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5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62026" y="54006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[Vedant Pawar]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80987" y="5895975"/>
            <a:ext cx="571500" cy="58102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3387" y="6062663"/>
            <a:ext cx="242888" cy="223838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04887" y="595312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5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90599" y="621982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[Amdocs]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436423" y="6019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445948" y="62865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Mid-Semester Review</a:t>
            </a:r>
            <a:endParaRPr lang="en-US" sz="1600" dirty="0"/>
          </a:p>
        </p:txBody>
      </p:sp>
      <p:pic>
        <p:nvPicPr>
          <p:cNvPr id="1028" name="Picture 4" descr="MIT Academy of Engineering">
            <a:extLst>
              <a:ext uri="{FF2B5EF4-FFF2-40B4-BE49-F238E27FC236}">
                <a16:creationId xmlns:a16="http://schemas.microsoft.com/office/drawing/2014/main" id="{BCAAB6D3-64E9-D052-AE4E-F0512FE17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69056"/>
            <a:ext cx="42862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3248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Internship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287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engagement across software testing and AI-driven automation 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3667125" cy="3790950"/>
          </a:xfrm>
          <a:custGeom>
            <a:avLst/>
            <a:gdLst/>
            <a:ahLst/>
            <a:cxnLst/>
            <a:rect l="l" t="t" r="r" b="b"/>
            <a:pathLst>
              <a:path w="3667125" h="3790950">
                <a:moveTo>
                  <a:pt x="0" y="0"/>
                </a:moveTo>
                <a:lnTo>
                  <a:pt x="3667125" y="0"/>
                </a:lnTo>
                <a:lnTo>
                  <a:pt x="3667125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0050" y="1447800"/>
            <a:ext cx="38100" cy="3790950"/>
          </a:xfrm>
          <a:custGeom>
            <a:avLst/>
            <a:gdLst/>
            <a:ahLst/>
            <a:cxnLst/>
            <a:rect l="l" t="t" r="r" b="b"/>
            <a:pathLst>
              <a:path w="38100" h="3790950">
                <a:moveTo>
                  <a:pt x="0" y="0"/>
                </a:moveTo>
                <a:lnTo>
                  <a:pt x="38100" y="0"/>
                </a:lnTo>
                <a:lnTo>
                  <a:pt x="3810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6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20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2966" y="4197"/>
                </a:moveTo>
                <a:cubicBezTo>
                  <a:pt x="147384" y="-1384"/>
                  <a:pt x="138321" y="-1384"/>
                  <a:pt x="132740" y="4197"/>
                </a:cubicBezTo>
                <a:cubicBezTo>
                  <a:pt x="127159" y="9778"/>
                  <a:pt x="127159" y="18842"/>
                  <a:pt x="132740" y="24423"/>
                </a:cubicBezTo>
                <a:lnTo>
                  <a:pt x="136937" y="28575"/>
                </a:lnTo>
                <a:lnTo>
                  <a:pt x="12546" y="152966"/>
                </a:lnTo>
                <a:cubicBezTo>
                  <a:pt x="4509" y="161002"/>
                  <a:pt x="0" y="171896"/>
                  <a:pt x="0" y="183282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45318" y="228600"/>
                </a:lnTo>
                <a:cubicBezTo>
                  <a:pt x="56704" y="228600"/>
                  <a:pt x="67598" y="224091"/>
                  <a:pt x="75634" y="216054"/>
                </a:cubicBezTo>
                <a:lnTo>
                  <a:pt x="200025" y="91663"/>
                </a:lnTo>
                <a:lnTo>
                  <a:pt x="204222" y="95860"/>
                </a:lnTo>
                <a:cubicBezTo>
                  <a:pt x="209803" y="101441"/>
                  <a:pt x="218867" y="101441"/>
                  <a:pt x="224448" y="95860"/>
                </a:cubicBezTo>
                <a:cubicBezTo>
                  <a:pt x="230029" y="90279"/>
                  <a:pt x="230029" y="81216"/>
                  <a:pt x="224448" y="75634"/>
                </a:cubicBezTo>
                <a:lnTo>
                  <a:pt x="153010" y="4197"/>
                </a:lnTo>
                <a:close/>
                <a:moveTo>
                  <a:pt x="91663" y="114300"/>
                </a:moveTo>
                <a:lnTo>
                  <a:pt x="157163" y="48801"/>
                </a:lnTo>
                <a:lnTo>
                  <a:pt x="179799" y="71438"/>
                </a:lnTo>
                <a:lnTo>
                  <a:pt x="136937" y="114300"/>
                </a:lnTo>
                <a:lnTo>
                  <a:pt x="91619" y="11430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57300" y="1752600"/>
            <a:ext cx="1657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Software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324100"/>
            <a:ext cx="3343275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&amp; Automation Testing: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Comprehensive testing methodologies covering functional, regression, and integration testing with both manual execution and automated frameworks.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8650" y="4352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2488" y="432435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case design &amp; execution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8650" y="4619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2488" y="4591050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script development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650" y="4886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2488" y="48577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Defect tracking &amp; reporting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73451" y="1447800"/>
            <a:ext cx="3667125" cy="3790950"/>
          </a:xfrm>
          <a:custGeom>
            <a:avLst/>
            <a:gdLst/>
            <a:ahLst/>
            <a:cxnLst/>
            <a:rect l="l" t="t" r="r" b="b"/>
            <a:pathLst>
              <a:path w="3667125" h="3790950">
                <a:moveTo>
                  <a:pt x="0" y="0"/>
                </a:moveTo>
                <a:lnTo>
                  <a:pt x="3667125" y="0"/>
                </a:lnTo>
                <a:lnTo>
                  <a:pt x="3667125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73451" y="1447800"/>
            <a:ext cx="38100" cy="3790950"/>
          </a:xfrm>
          <a:custGeom>
            <a:avLst/>
            <a:gdLst/>
            <a:ahLst/>
            <a:cxnLst/>
            <a:rect l="l" t="t" r="r" b="b"/>
            <a:pathLst>
              <a:path w="38100" h="3790950">
                <a:moveTo>
                  <a:pt x="0" y="0"/>
                </a:moveTo>
                <a:lnTo>
                  <a:pt x="38100" y="0"/>
                </a:lnTo>
                <a:lnTo>
                  <a:pt x="3810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3001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06826" y="1790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30701" y="17526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GenAI in Testing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3001" y="2324100"/>
            <a:ext cx="3343275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LLM-Based Intelligent Systems: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Leveraging Large Language Models to create intelligent testing agents capable of autonomous test generation, execution, and analysis.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02051" y="4352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5888" y="43243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test generation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2051" y="4619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25888" y="459105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test scripts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02051" y="4886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5888" y="485775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failure analysis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47000" y="1447800"/>
            <a:ext cx="3667125" cy="3790950"/>
          </a:xfrm>
          <a:custGeom>
            <a:avLst/>
            <a:gdLst/>
            <a:ahLst/>
            <a:cxnLst/>
            <a:rect l="l" t="t" r="r" b="b"/>
            <a:pathLst>
              <a:path w="3667125" h="3790950">
                <a:moveTo>
                  <a:pt x="0" y="0"/>
                </a:moveTo>
                <a:lnTo>
                  <a:pt x="3667125" y="0"/>
                </a:lnTo>
                <a:lnTo>
                  <a:pt x="3667125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47000" y="1447800"/>
            <a:ext cx="38100" cy="3790950"/>
          </a:xfrm>
          <a:custGeom>
            <a:avLst/>
            <a:gdLst/>
            <a:ahLst/>
            <a:cxnLst/>
            <a:rect l="l" t="t" r="r" b="b"/>
            <a:pathLst>
              <a:path w="38100" h="3790950">
                <a:moveTo>
                  <a:pt x="0" y="0"/>
                </a:moveTo>
                <a:lnTo>
                  <a:pt x="38100" y="0"/>
                </a:lnTo>
                <a:lnTo>
                  <a:pt x="3810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5655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537525" y="1790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004250" y="1752600"/>
            <a:ext cx="2257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 System Development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56550" y="2324100"/>
            <a:ext cx="3343275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Proof of Concepts (POCs):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Designing and implementing innovative AI-driven testing solutions to demonstrate feasibility and business value of intelligent automation.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75600" y="4352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99438" y="4324350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Multi-agent architecture design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75600" y="4619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99438" y="4591050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evaluation &amp; selection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75600" y="4886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99438" y="485775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system integration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5395913"/>
            <a:ext cx="11420475" cy="1076325"/>
          </a:xfrm>
          <a:custGeom>
            <a:avLst/>
            <a:gdLst/>
            <a:ahLst/>
            <a:cxnLst/>
            <a:rect l="l" t="t" r="r" b="b"/>
            <a:pathLst>
              <a:path w="11420475" h="1076325">
                <a:moveTo>
                  <a:pt x="76204" y="0"/>
                </a:moveTo>
                <a:lnTo>
                  <a:pt x="11344271" y="0"/>
                </a:lnTo>
                <a:cubicBezTo>
                  <a:pt x="11386357" y="0"/>
                  <a:pt x="11420475" y="34118"/>
                  <a:pt x="11420475" y="76204"/>
                </a:cubicBezTo>
                <a:lnTo>
                  <a:pt x="11420475" y="1000121"/>
                </a:lnTo>
                <a:cubicBezTo>
                  <a:pt x="11420475" y="1042207"/>
                  <a:pt x="11386357" y="1076325"/>
                  <a:pt x="113442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8163" y="5591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13209" y="5553075"/>
            <a:ext cx="10810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Focus Integration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3209" y="5819775"/>
            <a:ext cx="10810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internship bridges traditional software testing expertise with cutting-edge GenAI technologies, creating a unique skill set positioned at the intersection of quality assurance and artificial intelligence innovation.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431078"/>
            <a:ext cx="74970" cy="449820"/>
          </a:xfrm>
          <a:custGeom>
            <a:avLst/>
            <a:gdLst/>
            <a:ahLst/>
            <a:cxnLst/>
            <a:rect l="l" t="t" r="r" b="b"/>
            <a:pathLst>
              <a:path w="74970" h="449820">
                <a:moveTo>
                  <a:pt x="0" y="0"/>
                </a:moveTo>
                <a:lnTo>
                  <a:pt x="74970" y="0"/>
                </a:lnTo>
                <a:lnTo>
                  <a:pt x="74970" y="449820"/>
                </a:lnTo>
                <a:lnTo>
                  <a:pt x="0" y="44982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2275" y="374850"/>
            <a:ext cx="284886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kern="0" spc="52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2275" y="562275"/>
            <a:ext cx="2951945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2275" y="1012095"/>
            <a:ext cx="1133921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challenges in traditional testing approaches that demand innovative solutions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850" y="1368203"/>
            <a:ext cx="3317424" cy="2623951"/>
          </a:xfrm>
          <a:custGeom>
            <a:avLst/>
            <a:gdLst/>
            <a:ahLst/>
            <a:cxnLst/>
            <a:rect l="l" t="t" r="r" b="b"/>
            <a:pathLst>
              <a:path w="3317424" h="2623951">
                <a:moveTo>
                  <a:pt x="0" y="0"/>
                </a:moveTo>
                <a:lnTo>
                  <a:pt x="3317424" y="0"/>
                </a:lnTo>
                <a:lnTo>
                  <a:pt x="3317424" y="2623951"/>
                </a:lnTo>
                <a:lnTo>
                  <a:pt x="0" y="262395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850" y="1368203"/>
            <a:ext cx="3317424" cy="37485"/>
          </a:xfrm>
          <a:custGeom>
            <a:avLst/>
            <a:gdLst/>
            <a:ahLst/>
            <a:cxnLst/>
            <a:rect l="l" t="t" r="r" b="b"/>
            <a:pathLst>
              <a:path w="3317424" h="37485">
                <a:moveTo>
                  <a:pt x="0" y="0"/>
                </a:moveTo>
                <a:lnTo>
                  <a:pt x="3317424" y="0"/>
                </a:lnTo>
                <a:lnTo>
                  <a:pt x="3317424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7305" y="149940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0449" y="1499400"/>
            <a:ext cx="54353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9580" y="1593113"/>
            <a:ext cx="256772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Time-Consuming Manual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7305" y="2061676"/>
            <a:ext cx="3167483" cy="89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Challenge:</a:t>
            </a:r>
            <a:r>
              <a:rPr lang="en-US" sz="118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Manual test execution remains labor-intensive and repetitive, consuming significant human resources while limiting test coverage and frequency.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1991" y="3078457"/>
            <a:ext cx="3083142" cy="796556"/>
          </a:xfrm>
          <a:custGeom>
            <a:avLst/>
            <a:gdLst/>
            <a:ahLst/>
            <a:cxnLst/>
            <a:rect l="l" t="t" r="r" b="b"/>
            <a:pathLst>
              <a:path w="3083142" h="796556">
                <a:moveTo>
                  <a:pt x="74972" y="0"/>
                </a:moveTo>
                <a:lnTo>
                  <a:pt x="3008170" y="0"/>
                </a:lnTo>
                <a:cubicBezTo>
                  <a:pt x="3049576" y="0"/>
                  <a:pt x="3083142" y="33566"/>
                  <a:pt x="3083142" y="74972"/>
                </a:cubicBezTo>
                <a:lnTo>
                  <a:pt x="3083142" y="721585"/>
                </a:lnTo>
                <a:cubicBezTo>
                  <a:pt x="3083142" y="762990"/>
                  <a:pt x="3049576" y="796556"/>
                  <a:pt x="3008170" y="796556"/>
                </a:cubicBezTo>
                <a:lnTo>
                  <a:pt x="74972" y="796556"/>
                </a:lnTo>
                <a:cubicBezTo>
                  <a:pt x="33566" y="796556"/>
                  <a:pt x="0" y="762990"/>
                  <a:pt x="0" y="721585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131" y="3195597"/>
            <a:ext cx="2914460" cy="56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3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Extended release cycles, delayed time-to-market, and inability to execute comprehensive regression suites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38407" y="1368203"/>
            <a:ext cx="3317424" cy="2623951"/>
          </a:xfrm>
          <a:custGeom>
            <a:avLst/>
            <a:gdLst/>
            <a:ahLst/>
            <a:cxnLst/>
            <a:rect l="l" t="t" r="r" b="b"/>
            <a:pathLst>
              <a:path w="3317424" h="2623951">
                <a:moveTo>
                  <a:pt x="0" y="0"/>
                </a:moveTo>
                <a:lnTo>
                  <a:pt x="3317424" y="0"/>
                </a:lnTo>
                <a:lnTo>
                  <a:pt x="3317424" y="2623951"/>
                </a:lnTo>
                <a:lnTo>
                  <a:pt x="0" y="262395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38407" y="1368203"/>
            <a:ext cx="3317424" cy="37485"/>
          </a:xfrm>
          <a:custGeom>
            <a:avLst/>
            <a:gdLst/>
            <a:ahLst/>
            <a:cxnLst/>
            <a:rect l="l" t="t" r="r" b="b"/>
            <a:pathLst>
              <a:path w="3317424" h="37485">
                <a:moveTo>
                  <a:pt x="0" y="0"/>
                </a:moveTo>
                <a:lnTo>
                  <a:pt x="3317424" y="0"/>
                </a:lnTo>
                <a:lnTo>
                  <a:pt x="3317424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50862" y="149940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04005" y="1499400"/>
            <a:ext cx="54353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13137" y="1593113"/>
            <a:ext cx="1977334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Flaky Automation Scripts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50862" y="2061676"/>
            <a:ext cx="3167483" cy="89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Challenge:</a:t>
            </a:r>
            <a:r>
              <a:rPr lang="en-US" sz="118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tests frequently fail due to timing issues, dynamic UI elements, and environmental inconsistencies, undermining trust in automation.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55547" y="3078457"/>
            <a:ext cx="3083142" cy="796556"/>
          </a:xfrm>
          <a:custGeom>
            <a:avLst/>
            <a:gdLst/>
            <a:ahLst/>
            <a:cxnLst/>
            <a:rect l="l" t="t" r="r" b="b"/>
            <a:pathLst>
              <a:path w="3083142" h="796556">
                <a:moveTo>
                  <a:pt x="74972" y="0"/>
                </a:moveTo>
                <a:lnTo>
                  <a:pt x="3008170" y="0"/>
                </a:lnTo>
                <a:cubicBezTo>
                  <a:pt x="3049576" y="0"/>
                  <a:pt x="3083142" y="33566"/>
                  <a:pt x="3083142" y="74972"/>
                </a:cubicBezTo>
                <a:lnTo>
                  <a:pt x="3083142" y="721585"/>
                </a:lnTo>
                <a:cubicBezTo>
                  <a:pt x="3083142" y="762990"/>
                  <a:pt x="3049576" y="796556"/>
                  <a:pt x="3008170" y="796556"/>
                </a:cubicBezTo>
                <a:lnTo>
                  <a:pt x="74972" y="796556"/>
                </a:lnTo>
                <a:cubicBezTo>
                  <a:pt x="33566" y="796556"/>
                  <a:pt x="0" y="762990"/>
                  <a:pt x="0" y="721585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72688" y="3195597"/>
            <a:ext cx="2914460" cy="56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3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Wasted debugging effort, reduced confidence in test results, and abandonment of automation initiatives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4850" y="4160836"/>
            <a:ext cx="3317424" cy="2623951"/>
          </a:xfrm>
          <a:custGeom>
            <a:avLst/>
            <a:gdLst/>
            <a:ahLst/>
            <a:cxnLst/>
            <a:rect l="l" t="t" r="r" b="b"/>
            <a:pathLst>
              <a:path w="3317424" h="2623951">
                <a:moveTo>
                  <a:pt x="0" y="0"/>
                </a:moveTo>
                <a:lnTo>
                  <a:pt x="3317424" y="0"/>
                </a:lnTo>
                <a:lnTo>
                  <a:pt x="3317424" y="2623951"/>
                </a:lnTo>
                <a:lnTo>
                  <a:pt x="0" y="262395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4850" y="4160836"/>
            <a:ext cx="3317424" cy="37485"/>
          </a:xfrm>
          <a:custGeom>
            <a:avLst/>
            <a:gdLst/>
            <a:ahLst/>
            <a:cxnLst/>
            <a:rect l="l" t="t" r="r" b="b"/>
            <a:pathLst>
              <a:path w="3317424" h="37485">
                <a:moveTo>
                  <a:pt x="0" y="0"/>
                </a:moveTo>
                <a:lnTo>
                  <a:pt x="3317424" y="0"/>
                </a:lnTo>
                <a:lnTo>
                  <a:pt x="3317424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7305" y="4292034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0449" y="4292034"/>
            <a:ext cx="54353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9580" y="4385746"/>
            <a:ext cx="193984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High Maintenance Effort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7305" y="4854309"/>
            <a:ext cx="3167483" cy="89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Challenge:</a:t>
            </a:r>
            <a:r>
              <a:rPr lang="en-US" sz="118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scripts require constant updates when applications evolve, creating a maintenance burden that often exceeds initial development effort.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1991" y="5871090"/>
            <a:ext cx="3083142" cy="796556"/>
          </a:xfrm>
          <a:custGeom>
            <a:avLst/>
            <a:gdLst/>
            <a:ahLst/>
            <a:cxnLst/>
            <a:rect l="l" t="t" r="r" b="b"/>
            <a:pathLst>
              <a:path w="3083142" h="796556">
                <a:moveTo>
                  <a:pt x="74972" y="0"/>
                </a:moveTo>
                <a:lnTo>
                  <a:pt x="3008170" y="0"/>
                </a:lnTo>
                <a:cubicBezTo>
                  <a:pt x="3049576" y="0"/>
                  <a:pt x="3083142" y="33566"/>
                  <a:pt x="3083142" y="74972"/>
                </a:cubicBezTo>
                <a:lnTo>
                  <a:pt x="3083142" y="721585"/>
                </a:lnTo>
                <a:cubicBezTo>
                  <a:pt x="3083142" y="762990"/>
                  <a:pt x="3049576" y="796556"/>
                  <a:pt x="3008170" y="796556"/>
                </a:cubicBezTo>
                <a:lnTo>
                  <a:pt x="74972" y="796556"/>
                </a:lnTo>
                <a:cubicBezTo>
                  <a:pt x="33566" y="796556"/>
                  <a:pt x="0" y="762990"/>
                  <a:pt x="0" y="721585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9131" y="5988231"/>
            <a:ext cx="2914460" cy="56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3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Technical debt accumulation, reduced agility, and resource allocation away from new feature testing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38407" y="4160836"/>
            <a:ext cx="3317424" cy="2623951"/>
          </a:xfrm>
          <a:custGeom>
            <a:avLst/>
            <a:gdLst/>
            <a:ahLst/>
            <a:cxnLst/>
            <a:rect l="l" t="t" r="r" b="b"/>
            <a:pathLst>
              <a:path w="3317424" h="2623951">
                <a:moveTo>
                  <a:pt x="0" y="0"/>
                </a:moveTo>
                <a:lnTo>
                  <a:pt x="3317424" y="0"/>
                </a:lnTo>
                <a:lnTo>
                  <a:pt x="3317424" y="2623951"/>
                </a:lnTo>
                <a:lnTo>
                  <a:pt x="0" y="262395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38407" y="4160836"/>
            <a:ext cx="3317424" cy="37485"/>
          </a:xfrm>
          <a:custGeom>
            <a:avLst/>
            <a:gdLst/>
            <a:ahLst/>
            <a:cxnLst/>
            <a:rect l="l" t="t" r="r" b="b"/>
            <a:pathLst>
              <a:path w="3317424" h="37485">
                <a:moveTo>
                  <a:pt x="0" y="0"/>
                </a:moveTo>
                <a:lnTo>
                  <a:pt x="3317424" y="0"/>
                </a:lnTo>
                <a:lnTo>
                  <a:pt x="3317424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50862" y="4292034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04005" y="4292034"/>
            <a:ext cx="54353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13137" y="4385746"/>
            <a:ext cx="2052304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Gap in Intelligent Systems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50862" y="4854309"/>
            <a:ext cx="3167483" cy="89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Challenge:</a:t>
            </a:r>
            <a:r>
              <a:rPr lang="en-US" sz="118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Traditional testing lacks intelligence to adapt, learn, and make autonomous decisions, limiting scalability and effectiveness.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955547" y="5871090"/>
            <a:ext cx="3083142" cy="796556"/>
          </a:xfrm>
          <a:custGeom>
            <a:avLst/>
            <a:gdLst/>
            <a:ahLst/>
            <a:cxnLst/>
            <a:rect l="l" t="t" r="r" b="b"/>
            <a:pathLst>
              <a:path w="3083142" h="796556">
                <a:moveTo>
                  <a:pt x="74972" y="0"/>
                </a:moveTo>
                <a:lnTo>
                  <a:pt x="3008170" y="0"/>
                </a:lnTo>
                <a:cubicBezTo>
                  <a:pt x="3049576" y="0"/>
                  <a:pt x="3083142" y="33566"/>
                  <a:pt x="3083142" y="74972"/>
                </a:cubicBezTo>
                <a:lnTo>
                  <a:pt x="3083142" y="721585"/>
                </a:lnTo>
                <a:cubicBezTo>
                  <a:pt x="3083142" y="762990"/>
                  <a:pt x="3049576" y="796556"/>
                  <a:pt x="3008170" y="796556"/>
                </a:cubicBezTo>
                <a:lnTo>
                  <a:pt x="74972" y="796556"/>
                </a:lnTo>
                <a:cubicBezTo>
                  <a:pt x="33566" y="796556"/>
                  <a:pt x="0" y="762990"/>
                  <a:pt x="0" y="721585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72688" y="5988231"/>
            <a:ext cx="2914460" cy="56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3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Inability to handle complex scenarios, missed edge cases, and lack of self-healing capabilities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02110" y="1349460"/>
            <a:ext cx="4516944" cy="3486106"/>
          </a:xfrm>
          <a:custGeom>
            <a:avLst/>
            <a:gdLst/>
            <a:ahLst/>
            <a:cxnLst/>
            <a:rect l="l" t="t" r="r" b="b"/>
            <a:pathLst>
              <a:path w="4516944" h="3486106">
                <a:moveTo>
                  <a:pt x="74986" y="0"/>
                </a:moveTo>
                <a:lnTo>
                  <a:pt x="4441958" y="0"/>
                </a:lnTo>
                <a:cubicBezTo>
                  <a:pt x="4483371" y="0"/>
                  <a:pt x="4516944" y="33572"/>
                  <a:pt x="4516944" y="74986"/>
                </a:cubicBezTo>
                <a:lnTo>
                  <a:pt x="4516944" y="3411120"/>
                </a:lnTo>
                <a:cubicBezTo>
                  <a:pt x="4516944" y="3452534"/>
                  <a:pt x="4483371" y="3486106"/>
                  <a:pt x="4441958" y="3486106"/>
                </a:cubicBezTo>
                <a:lnTo>
                  <a:pt x="74986" y="3486106"/>
                </a:lnTo>
                <a:cubicBezTo>
                  <a:pt x="33572" y="3486106"/>
                  <a:pt x="0" y="3452534"/>
                  <a:pt x="0" y="3411120"/>
                </a:cubicBezTo>
                <a:lnTo>
                  <a:pt x="0" y="74986"/>
                </a:lnTo>
                <a:cubicBezTo>
                  <a:pt x="0" y="33572"/>
                  <a:pt x="33572" y="0"/>
                  <a:pt x="74986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336257" y="2211616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cubicBezTo>
                  <a:pt x="237825" y="0"/>
                  <a:pt x="249685" y="7116"/>
                  <a:pt x="255835" y="18450"/>
                </a:cubicBezTo>
                <a:lnTo>
                  <a:pt x="445603" y="369872"/>
                </a:lnTo>
                <a:cubicBezTo>
                  <a:pt x="451489" y="380766"/>
                  <a:pt x="451226" y="393944"/>
                  <a:pt x="444900" y="404575"/>
                </a:cubicBezTo>
                <a:cubicBezTo>
                  <a:pt x="438575" y="415205"/>
                  <a:pt x="427066" y="421706"/>
                  <a:pt x="414678" y="421706"/>
                </a:cubicBezTo>
                <a:lnTo>
                  <a:pt x="35142" y="421706"/>
                </a:lnTo>
                <a:cubicBezTo>
                  <a:pt x="22755" y="421706"/>
                  <a:pt x="11333" y="415205"/>
                  <a:pt x="4920" y="404575"/>
                </a:cubicBezTo>
                <a:cubicBezTo>
                  <a:pt x="-1494" y="393944"/>
                  <a:pt x="-1669" y="380766"/>
                  <a:pt x="4217" y="369872"/>
                </a:cubicBezTo>
                <a:lnTo>
                  <a:pt x="193985" y="18450"/>
                </a:lnTo>
                <a:cubicBezTo>
                  <a:pt x="200135" y="7116"/>
                  <a:pt x="211995" y="0"/>
                  <a:pt x="224910" y="0"/>
                </a:cubicBezTo>
                <a:close/>
                <a:moveTo>
                  <a:pt x="224910" y="147597"/>
                </a:moveTo>
                <a:cubicBezTo>
                  <a:pt x="213225" y="147597"/>
                  <a:pt x="203825" y="156998"/>
                  <a:pt x="203825" y="168683"/>
                </a:cubicBezTo>
                <a:lnTo>
                  <a:pt x="203825" y="267081"/>
                </a:lnTo>
                <a:cubicBezTo>
                  <a:pt x="203825" y="278765"/>
                  <a:pt x="213225" y="288166"/>
                  <a:pt x="224910" y="288166"/>
                </a:cubicBezTo>
                <a:cubicBezTo>
                  <a:pt x="236595" y="288166"/>
                  <a:pt x="245995" y="278765"/>
                  <a:pt x="245995" y="267081"/>
                </a:cubicBezTo>
                <a:lnTo>
                  <a:pt x="245995" y="168683"/>
                </a:lnTo>
                <a:cubicBezTo>
                  <a:pt x="245995" y="156998"/>
                  <a:pt x="236595" y="147597"/>
                  <a:pt x="224910" y="147597"/>
                </a:cubicBezTo>
                <a:close/>
                <a:moveTo>
                  <a:pt x="248367" y="337365"/>
                </a:moveTo>
                <a:cubicBezTo>
                  <a:pt x="248901" y="328658"/>
                  <a:pt x="244559" y="320374"/>
                  <a:pt x="237095" y="315859"/>
                </a:cubicBezTo>
                <a:cubicBezTo>
                  <a:pt x="229631" y="311344"/>
                  <a:pt x="220277" y="311344"/>
                  <a:pt x="212813" y="315859"/>
                </a:cubicBezTo>
                <a:cubicBezTo>
                  <a:pt x="205349" y="320374"/>
                  <a:pt x="201007" y="328658"/>
                  <a:pt x="201541" y="337365"/>
                </a:cubicBezTo>
                <a:cubicBezTo>
                  <a:pt x="201007" y="346072"/>
                  <a:pt x="205349" y="354356"/>
                  <a:pt x="212813" y="358871"/>
                </a:cubicBezTo>
                <a:cubicBezTo>
                  <a:pt x="220277" y="363386"/>
                  <a:pt x="229631" y="363386"/>
                  <a:pt x="237095" y="358871"/>
                </a:cubicBezTo>
                <a:cubicBezTo>
                  <a:pt x="244559" y="354356"/>
                  <a:pt x="248901" y="346072"/>
                  <a:pt x="248367" y="337365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95822" y="2773891"/>
            <a:ext cx="432951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1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Insight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14565" y="3298681"/>
            <a:ext cx="4292034" cy="67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convergence of these challenges creates a </a:t>
            </a:r>
            <a:r>
              <a:rPr lang="en-US" sz="11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compounding effect</a:t>
            </a: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significantly degrades software quality assurance effectiveness and organizational agility.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1481" y="4994878"/>
            <a:ext cx="4498201" cy="1780538"/>
          </a:xfrm>
          <a:custGeom>
            <a:avLst/>
            <a:gdLst/>
            <a:ahLst/>
            <a:cxnLst/>
            <a:rect l="l" t="t" r="r" b="b"/>
            <a:pathLst>
              <a:path w="4498201" h="1780538">
                <a:moveTo>
                  <a:pt x="74978" y="0"/>
                </a:moveTo>
                <a:lnTo>
                  <a:pt x="4423223" y="0"/>
                </a:lnTo>
                <a:cubicBezTo>
                  <a:pt x="4464632" y="0"/>
                  <a:pt x="4498201" y="33569"/>
                  <a:pt x="4498201" y="74978"/>
                </a:cubicBezTo>
                <a:lnTo>
                  <a:pt x="4498201" y="1705560"/>
                </a:lnTo>
                <a:cubicBezTo>
                  <a:pt x="4498201" y="1746969"/>
                  <a:pt x="4464632" y="1780538"/>
                  <a:pt x="4423223" y="1780538"/>
                </a:cubicBezTo>
                <a:lnTo>
                  <a:pt x="74978" y="1780538"/>
                </a:lnTo>
                <a:cubicBezTo>
                  <a:pt x="33569" y="1780538"/>
                  <a:pt x="0" y="1746969"/>
                  <a:pt x="0" y="1705560"/>
                </a:cubicBezTo>
                <a:lnTo>
                  <a:pt x="0" y="74978"/>
                </a:lnTo>
                <a:cubicBezTo>
                  <a:pt x="0" y="33597"/>
                  <a:pt x="33597" y="0"/>
                  <a:pt x="74978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494220" y="5201045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21085" y="21085"/>
                </a:moveTo>
                <a:cubicBezTo>
                  <a:pt x="21085" y="15254"/>
                  <a:pt x="16374" y="10543"/>
                  <a:pt x="10543" y="10543"/>
                </a:cubicBezTo>
                <a:cubicBezTo>
                  <a:pt x="4711" y="10543"/>
                  <a:pt x="0" y="15254"/>
                  <a:pt x="0" y="21085"/>
                </a:cubicBezTo>
                <a:lnTo>
                  <a:pt x="0" y="131783"/>
                </a:lnTo>
                <a:cubicBezTo>
                  <a:pt x="0" y="146345"/>
                  <a:pt x="11795" y="158140"/>
                  <a:pt x="26357" y="158140"/>
                </a:cubicBezTo>
                <a:lnTo>
                  <a:pt x="158140" y="158140"/>
                </a:lnTo>
                <a:cubicBezTo>
                  <a:pt x="163971" y="158140"/>
                  <a:pt x="168683" y="153429"/>
                  <a:pt x="168683" y="147597"/>
                </a:cubicBezTo>
                <a:cubicBezTo>
                  <a:pt x="168683" y="141766"/>
                  <a:pt x="163971" y="137055"/>
                  <a:pt x="158140" y="137055"/>
                </a:cubicBezTo>
                <a:lnTo>
                  <a:pt x="26357" y="137055"/>
                </a:lnTo>
                <a:cubicBezTo>
                  <a:pt x="23457" y="137055"/>
                  <a:pt x="21085" y="134682"/>
                  <a:pt x="21085" y="131783"/>
                </a:cubicBezTo>
                <a:lnTo>
                  <a:pt x="21085" y="21085"/>
                </a:lnTo>
                <a:close/>
                <a:moveTo>
                  <a:pt x="155043" y="49616"/>
                </a:moveTo>
                <a:cubicBezTo>
                  <a:pt x="159161" y="45498"/>
                  <a:pt x="159161" y="38810"/>
                  <a:pt x="155043" y="34692"/>
                </a:cubicBezTo>
                <a:cubicBezTo>
                  <a:pt x="150925" y="30574"/>
                  <a:pt x="144237" y="30574"/>
                  <a:pt x="140119" y="34692"/>
                </a:cubicBezTo>
                <a:lnTo>
                  <a:pt x="105427" y="69417"/>
                </a:lnTo>
                <a:lnTo>
                  <a:pt x="86516" y="50539"/>
                </a:lnTo>
                <a:cubicBezTo>
                  <a:pt x="82397" y="46421"/>
                  <a:pt x="75709" y="46421"/>
                  <a:pt x="71591" y="50539"/>
                </a:cubicBezTo>
                <a:lnTo>
                  <a:pt x="39963" y="82167"/>
                </a:lnTo>
                <a:cubicBezTo>
                  <a:pt x="35845" y="86285"/>
                  <a:pt x="35845" y="92973"/>
                  <a:pt x="39963" y="97091"/>
                </a:cubicBezTo>
                <a:cubicBezTo>
                  <a:pt x="44081" y="101210"/>
                  <a:pt x="50769" y="101210"/>
                  <a:pt x="54888" y="97091"/>
                </a:cubicBezTo>
                <a:lnTo>
                  <a:pt x="79070" y="72909"/>
                </a:lnTo>
                <a:lnTo>
                  <a:pt x="97981" y="91820"/>
                </a:lnTo>
                <a:cubicBezTo>
                  <a:pt x="102099" y="95938"/>
                  <a:pt x="108787" y="95938"/>
                  <a:pt x="112905" y="91820"/>
                </a:cubicBezTo>
                <a:lnTo>
                  <a:pt x="155076" y="49649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86331" y="5154189"/>
            <a:ext cx="404838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Industry Context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70792" y="5529039"/>
            <a:ext cx="137757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testing time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69207" y="5529039"/>
            <a:ext cx="65598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↑ 40-60%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70792" y="5828919"/>
            <a:ext cx="100272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Flaky test rate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42721" y="5828919"/>
            <a:ext cx="48730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15-30%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70792" y="6128799"/>
            <a:ext cx="158374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overhead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92928" y="6128799"/>
            <a:ext cx="63724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↑ 50-70%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70792" y="6466164"/>
            <a:ext cx="4235806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Industry surveys &amp; research reports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609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2.1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 Stack &amp; Rationale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287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technology selection driven by project requirements and ecosystem maturity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5619750" cy="2019300"/>
          </a:xfrm>
          <a:custGeom>
            <a:avLst/>
            <a:gdLst/>
            <a:ahLst/>
            <a:cxnLst/>
            <a:rect l="l" t="t" r="r" b="b"/>
            <a:pathLst>
              <a:path w="5619750" h="2019300">
                <a:moveTo>
                  <a:pt x="0" y="0"/>
                </a:moveTo>
                <a:lnTo>
                  <a:pt x="5619750" y="0"/>
                </a:lnTo>
                <a:lnTo>
                  <a:pt x="561975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0050" y="1447800"/>
            <a:ext cx="38100" cy="2019300"/>
          </a:xfrm>
          <a:custGeom>
            <a:avLst/>
            <a:gdLst/>
            <a:ahLst/>
            <a:cxnLst/>
            <a:rect l="l" t="t" r="r" b="b"/>
            <a:pathLst>
              <a:path w="38100" h="2019300">
                <a:moveTo>
                  <a:pt x="0" y="0"/>
                </a:moveTo>
                <a:lnTo>
                  <a:pt x="38100" y="0"/>
                </a:lnTo>
                <a:lnTo>
                  <a:pt x="381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5566" y="17240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57300" y="16002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1943100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Programming Language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247900"/>
            <a:ext cx="5372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Selected: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offers an unmatched ecosystem for both testing and AI development. Its extensive libraries (Pytest, Requests, OpenAI SDK) and clean syntax enable rapid prototyping and production-grade implementation.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048000"/>
            <a:ext cx="1133475" cy="266700"/>
          </a:xfrm>
          <a:custGeom>
            <a:avLst/>
            <a:gdLst/>
            <a:ahLst/>
            <a:cxnLst/>
            <a:rect l="l" t="t" r="r" b="b"/>
            <a:pathLst>
              <a:path w="1133475" h="266700">
                <a:moveTo>
                  <a:pt x="133350" y="0"/>
                </a:moveTo>
                <a:lnTo>
                  <a:pt x="1000125" y="0"/>
                </a:lnTo>
                <a:cubicBezTo>
                  <a:pt x="1073723" y="0"/>
                  <a:pt x="1133475" y="59752"/>
                  <a:pt x="1133475" y="133350"/>
                </a:cubicBezTo>
                <a:lnTo>
                  <a:pt x="1133475" y="133350"/>
                </a:lnTo>
                <a:cubicBezTo>
                  <a:pt x="1133475" y="206948"/>
                  <a:pt x="1073723" y="266700"/>
                  <a:pt x="1000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" y="3048000"/>
            <a:ext cx="1200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Libraries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77901" y="3048000"/>
            <a:ext cx="1428750" cy="266700"/>
          </a:xfrm>
          <a:custGeom>
            <a:avLst/>
            <a:gdLst/>
            <a:ahLst/>
            <a:cxnLst/>
            <a:rect l="l" t="t" r="r" b="b"/>
            <a:pathLst>
              <a:path w="1428750" h="266700">
                <a:moveTo>
                  <a:pt x="133350" y="0"/>
                </a:moveTo>
                <a:lnTo>
                  <a:pt x="1295400" y="0"/>
                </a:lnTo>
                <a:cubicBezTo>
                  <a:pt x="1368998" y="0"/>
                  <a:pt x="1428750" y="59752"/>
                  <a:pt x="1428750" y="133350"/>
                </a:cubicBezTo>
                <a:lnTo>
                  <a:pt x="1428750" y="133350"/>
                </a:lnTo>
                <a:cubicBezTo>
                  <a:pt x="1428750" y="206948"/>
                  <a:pt x="1368998" y="266700"/>
                  <a:pt x="1295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77901" y="3048000"/>
            <a:ext cx="14954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Frameworks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81809" y="3048000"/>
            <a:ext cx="1381125" cy="266700"/>
          </a:xfrm>
          <a:custGeom>
            <a:avLst/>
            <a:gdLst/>
            <a:ahLst/>
            <a:cxnLst/>
            <a:rect l="l" t="t" r="r" b="b"/>
            <a:pathLst>
              <a:path w="1381125" h="266700">
                <a:moveTo>
                  <a:pt x="133350" y="0"/>
                </a:moveTo>
                <a:lnTo>
                  <a:pt x="1247775" y="0"/>
                </a:lnTo>
                <a:cubicBezTo>
                  <a:pt x="1321373" y="0"/>
                  <a:pt x="1381125" y="59752"/>
                  <a:pt x="1381125" y="133350"/>
                </a:cubicBezTo>
                <a:lnTo>
                  <a:pt x="1381125" y="133350"/>
                </a:lnTo>
                <a:cubicBezTo>
                  <a:pt x="1381125" y="206948"/>
                  <a:pt x="1321373" y="266700"/>
                  <a:pt x="1247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81809" y="3048000"/>
            <a:ext cx="1447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Development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0" y="1447800"/>
            <a:ext cx="5619750" cy="2019300"/>
          </a:xfrm>
          <a:custGeom>
            <a:avLst/>
            <a:gdLst/>
            <a:ahLst/>
            <a:cxnLst/>
            <a:rect l="l" t="t" r="r" b="b"/>
            <a:pathLst>
              <a:path w="5619750" h="2019300">
                <a:moveTo>
                  <a:pt x="0" y="0"/>
                </a:moveTo>
                <a:lnTo>
                  <a:pt x="5619750" y="0"/>
                </a:lnTo>
                <a:lnTo>
                  <a:pt x="561975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91250" y="1447800"/>
            <a:ext cx="38100" cy="2019300"/>
          </a:xfrm>
          <a:custGeom>
            <a:avLst/>
            <a:gdLst/>
            <a:ahLst/>
            <a:cxnLst/>
            <a:rect l="l" t="t" r="r" b="b"/>
            <a:pathLst>
              <a:path w="38100" h="2019300">
                <a:moveTo>
                  <a:pt x="0" y="0"/>
                </a:moveTo>
                <a:lnTo>
                  <a:pt x="38100" y="0"/>
                </a:lnTo>
                <a:lnTo>
                  <a:pt x="381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62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151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2966" y="4197"/>
                </a:moveTo>
                <a:cubicBezTo>
                  <a:pt x="147384" y="-1384"/>
                  <a:pt x="138321" y="-1384"/>
                  <a:pt x="132740" y="4197"/>
                </a:cubicBezTo>
                <a:cubicBezTo>
                  <a:pt x="127159" y="9778"/>
                  <a:pt x="127159" y="18842"/>
                  <a:pt x="132740" y="24423"/>
                </a:cubicBezTo>
                <a:lnTo>
                  <a:pt x="136937" y="28575"/>
                </a:lnTo>
                <a:lnTo>
                  <a:pt x="12546" y="152966"/>
                </a:lnTo>
                <a:cubicBezTo>
                  <a:pt x="4509" y="161002"/>
                  <a:pt x="0" y="171896"/>
                  <a:pt x="0" y="183282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45318" y="228600"/>
                </a:lnTo>
                <a:cubicBezTo>
                  <a:pt x="56704" y="228600"/>
                  <a:pt x="67598" y="224091"/>
                  <a:pt x="75634" y="216054"/>
                </a:cubicBezTo>
                <a:lnTo>
                  <a:pt x="200025" y="91663"/>
                </a:lnTo>
                <a:lnTo>
                  <a:pt x="204222" y="95860"/>
                </a:lnTo>
                <a:cubicBezTo>
                  <a:pt x="209803" y="101441"/>
                  <a:pt x="218867" y="101441"/>
                  <a:pt x="224448" y="95860"/>
                </a:cubicBezTo>
                <a:cubicBezTo>
                  <a:pt x="230029" y="90279"/>
                  <a:pt x="230029" y="81216"/>
                  <a:pt x="224448" y="75634"/>
                </a:cubicBezTo>
                <a:lnTo>
                  <a:pt x="153010" y="4197"/>
                </a:lnTo>
                <a:close/>
                <a:moveTo>
                  <a:pt x="91663" y="114300"/>
                </a:moveTo>
                <a:lnTo>
                  <a:pt x="157163" y="48801"/>
                </a:lnTo>
                <a:lnTo>
                  <a:pt x="179799" y="71438"/>
                </a:lnTo>
                <a:lnTo>
                  <a:pt x="136937" y="114300"/>
                </a:lnTo>
                <a:lnTo>
                  <a:pt x="91619" y="11430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8500" y="16002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Testing Tools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0" y="1943100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Playwright • Selenium • Postman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2700" y="2247900"/>
            <a:ext cx="5372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Selected: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Playwright provides modern, reliable browser automation with auto-waiting and parallel execution. Selenium offers broad compatibility, while Postman enables comprehensive API testing and documentation.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62700" y="3048000"/>
            <a:ext cx="1114425" cy="266700"/>
          </a:xfrm>
          <a:custGeom>
            <a:avLst/>
            <a:gdLst/>
            <a:ahLst/>
            <a:cxnLst/>
            <a:rect l="l" t="t" r="r" b="b"/>
            <a:pathLst>
              <a:path w="1114425" h="266700">
                <a:moveTo>
                  <a:pt x="133350" y="0"/>
                </a:moveTo>
                <a:lnTo>
                  <a:pt x="981075" y="0"/>
                </a:lnTo>
                <a:cubicBezTo>
                  <a:pt x="1054673" y="0"/>
                  <a:pt x="1114425" y="59752"/>
                  <a:pt x="1114425" y="133350"/>
                </a:cubicBezTo>
                <a:lnTo>
                  <a:pt x="1114425" y="133350"/>
                </a:lnTo>
                <a:cubicBezTo>
                  <a:pt x="1114425" y="206948"/>
                  <a:pt x="1054673" y="266700"/>
                  <a:pt x="981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62700" y="3048000"/>
            <a:ext cx="1181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Cross-Browser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50646" y="3048000"/>
            <a:ext cx="904875" cy="266700"/>
          </a:xfrm>
          <a:custGeom>
            <a:avLst/>
            <a:gdLst/>
            <a:ahLst/>
            <a:cxnLst/>
            <a:rect l="l" t="t" r="r" b="b"/>
            <a:pathLst>
              <a:path w="904875" h="266700">
                <a:moveTo>
                  <a:pt x="133350" y="0"/>
                </a:moveTo>
                <a:lnTo>
                  <a:pt x="771525" y="0"/>
                </a:lnTo>
                <a:cubicBezTo>
                  <a:pt x="845123" y="0"/>
                  <a:pt x="904875" y="59752"/>
                  <a:pt x="904875" y="133350"/>
                </a:cubicBezTo>
                <a:lnTo>
                  <a:pt x="904875" y="133350"/>
                </a:lnTo>
                <a:cubicBezTo>
                  <a:pt x="904875" y="206948"/>
                  <a:pt x="845123" y="266700"/>
                  <a:pt x="7715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50646" y="3048000"/>
            <a:ext cx="971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Testing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31275" y="3048000"/>
            <a:ext cx="1019175" cy="266700"/>
          </a:xfrm>
          <a:custGeom>
            <a:avLst/>
            <a:gdLst/>
            <a:ahLst/>
            <a:cxnLst/>
            <a:rect l="l" t="t" r="r" b="b"/>
            <a:pathLst>
              <a:path w="1019175" h="266700">
                <a:moveTo>
                  <a:pt x="133350" y="0"/>
                </a:moveTo>
                <a:lnTo>
                  <a:pt x="885825" y="0"/>
                </a:lnTo>
                <a:cubicBezTo>
                  <a:pt x="959423" y="0"/>
                  <a:pt x="1019175" y="59752"/>
                  <a:pt x="1019175" y="133350"/>
                </a:cubicBezTo>
                <a:lnTo>
                  <a:pt x="1019175" y="133350"/>
                </a:lnTo>
                <a:cubicBezTo>
                  <a:pt x="1019175" y="206948"/>
                  <a:pt x="959423" y="266700"/>
                  <a:pt x="885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31275" y="3048000"/>
            <a:ext cx="10858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Auto-Waiting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050" y="3619500"/>
            <a:ext cx="5619750" cy="2247900"/>
          </a:xfrm>
          <a:custGeom>
            <a:avLst/>
            <a:gdLst/>
            <a:ahLst/>
            <a:cxnLst/>
            <a:rect l="l" t="t" r="r" b="b"/>
            <a:pathLst>
              <a:path w="5619750" h="2247900">
                <a:moveTo>
                  <a:pt x="0" y="0"/>
                </a:moveTo>
                <a:lnTo>
                  <a:pt x="5619750" y="0"/>
                </a:lnTo>
                <a:lnTo>
                  <a:pt x="561975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0050" y="361950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150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3900" y="392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57300" y="37719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LLM APIs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57300" y="4114800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/ Similar Providers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" y="4419600"/>
            <a:ext cx="5372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Selected: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Large Language Models provide natural language understanding, reasoning capabilities, and code generation. APIs enable seamless integration of AI intelligence into testing workflows without infrastructure overhead.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1500" y="5219700"/>
            <a:ext cx="1266825" cy="266700"/>
          </a:xfrm>
          <a:custGeom>
            <a:avLst/>
            <a:gdLst/>
            <a:ahLst/>
            <a:cxnLst/>
            <a:rect l="l" t="t" r="r" b="b"/>
            <a:pathLst>
              <a:path w="1266825" h="266700">
                <a:moveTo>
                  <a:pt x="133350" y="0"/>
                </a:moveTo>
                <a:lnTo>
                  <a:pt x="1133475" y="0"/>
                </a:lnTo>
                <a:cubicBezTo>
                  <a:pt x="1207073" y="0"/>
                  <a:pt x="1266825" y="59752"/>
                  <a:pt x="1266825" y="133350"/>
                </a:cubicBezTo>
                <a:lnTo>
                  <a:pt x="1266825" y="133350"/>
                </a:lnTo>
                <a:cubicBezTo>
                  <a:pt x="1266825" y="206948"/>
                  <a:pt x="1207073" y="266700"/>
                  <a:pt x="1133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1500" y="5219700"/>
            <a:ext cx="1333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914674" y="5219700"/>
            <a:ext cx="1219200" cy="266700"/>
          </a:xfrm>
          <a:custGeom>
            <a:avLst/>
            <a:gdLst/>
            <a:ahLst/>
            <a:cxnLst/>
            <a:rect l="l" t="t" r="r" b="b"/>
            <a:pathLst>
              <a:path w="1219200" h="266700">
                <a:moveTo>
                  <a:pt x="133350" y="0"/>
                </a:moveTo>
                <a:lnTo>
                  <a:pt x="1085850" y="0"/>
                </a:lnTo>
                <a:cubicBezTo>
                  <a:pt x="1159448" y="0"/>
                  <a:pt x="1219200" y="59752"/>
                  <a:pt x="1219200" y="133350"/>
                </a:cubicBezTo>
                <a:lnTo>
                  <a:pt x="1219200" y="133350"/>
                </a:lnTo>
                <a:cubicBezTo>
                  <a:pt x="1219200" y="206948"/>
                  <a:pt x="1159448" y="266700"/>
                  <a:pt x="1085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914674" y="5219700"/>
            <a:ext cx="1285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07841" y="5219700"/>
            <a:ext cx="847725" cy="266700"/>
          </a:xfrm>
          <a:custGeom>
            <a:avLst/>
            <a:gdLst/>
            <a:ahLst/>
            <a:cxnLst/>
            <a:rect l="l" t="t" r="r" b="b"/>
            <a:pathLst>
              <a:path w="847725" h="266700">
                <a:moveTo>
                  <a:pt x="133350" y="0"/>
                </a:moveTo>
                <a:lnTo>
                  <a:pt x="714375" y="0"/>
                </a:lnTo>
                <a:cubicBezTo>
                  <a:pt x="787973" y="0"/>
                  <a:pt x="847725" y="59752"/>
                  <a:pt x="847725" y="133350"/>
                </a:cubicBezTo>
                <a:lnTo>
                  <a:pt x="847725" y="133350"/>
                </a:lnTo>
                <a:cubicBezTo>
                  <a:pt x="847725" y="206948"/>
                  <a:pt x="787973" y="266700"/>
                  <a:pt x="714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07841" y="5219700"/>
            <a:ext cx="914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1250" y="3619500"/>
            <a:ext cx="5619750" cy="2247900"/>
          </a:xfrm>
          <a:custGeom>
            <a:avLst/>
            <a:gdLst/>
            <a:ahLst/>
            <a:cxnLst/>
            <a:rect l="l" t="t" r="r" b="b"/>
            <a:pathLst>
              <a:path w="5619750" h="2247900">
                <a:moveTo>
                  <a:pt x="0" y="0"/>
                </a:moveTo>
                <a:lnTo>
                  <a:pt x="5619750" y="0"/>
                </a:lnTo>
                <a:lnTo>
                  <a:pt x="561975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91250" y="361950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6270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515100" y="392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48500" y="37719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 Frameworks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48500" y="4114800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LangGraph • CrewAI • AutoGen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2700" y="4419600"/>
            <a:ext cx="5372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Selected: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frameworks provide proven patterns for building multi-agent systems. They abstract complexity of agent orchestration, state management, and inter-agent communication, enabling focus on testing domain logic.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2700" y="5448300"/>
            <a:ext cx="1419225" cy="266700"/>
          </a:xfrm>
          <a:custGeom>
            <a:avLst/>
            <a:gdLst/>
            <a:ahLst/>
            <a:cxnLst/>
            <a:rect l="l" t="t" r="r" b="b"/>
            <a:pathLst>
              <a:path w="1419225" h="266700">
                <a:moveTo>
                  <a:pt x="133350" y="0"/>
                </a:moveTo>
                <a:lnTo>
                  <a:pt x="1285875" y="0"/>
                </a:lnTo>
                <a:cubicBezTo>
                  <a:pt x="1359473" y="0"/>
                  <a:pt x="1419225" y="59752"/>
                  <a:pt x="1419225" y="133350"/>
                </a:cubicBezTo>
                <a:lnTo>
                  <a:pt x="1419225" y="133350"/>
                </a:lnTo>
                <a:cubicBezTo>
                  <a:pt x="1419225" y="206948"/>
                  <a:pt x="1359473" y="266700"/>
                  <a:pt x="1285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62700" y="5448300"/>
            <a:ext cx="14859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Orchestration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857083" y="5448300"/>
            <a:ext cx="1343025" cy="266700"/>
          </a:xfrm>
          <a:custGeom>
            <a:avLst/>
            <a:gdLst/>
            <a:ahLst/>
            <a:cxnLst/>
            <a:rect l="l" t="t" r="r" b="b"/>
            <a:pathLst>
              <a:path w="1343025" h="266700">
                <a:moveTo>
                  <a:pt x="133350" y="0"/>
                </a:moveTo>
                <a:lnTo>
                  <a:pt x="1209675" y="0"/>
                </a:lnTo>
                <a:cubicBezTo>
                  <a:pt x="1283273" y="0"/>
                  <a:pt x="1343025" y="59752"/>
                  <a:pt x="1343025" y="133350"/>
                </a:cubicBezTo>
                <a:lnTo>
                  <a:pt x="1343025" y="133350"/>
                </a:lnTo>
                <a:cubicBezTo>
                  <a:pt x="1343025" y="206948"/>
                  <a:pt x="1283273" y="266700"/>
                  <a:pt x="1209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57083" y="5448300"/>
            <a:ext cx="1409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280475" y="5448300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133350" y="0"/>
                </a:moveTo>
                <a:lnTo>
                  <a:pt x="1104900" y="0"/>
                </a:lnTo>
                <a:cubicBezTo>
                  <a:pt x="1178498" y="0"/>
                  <a:pt x="1238250" y="59752"/>
                  <a:pt x="1238250" y="133350"/>
                </a:cubicBezTo>
                <a:lnTo>
                  <a:pt x="1238250" y="133350"/>
                </a:lnTo>
                <a:cubicBezTo>
                  <a:pt x="1238250" y="206948"/>
                  <a:pt x="1178498" y="266700"/>
                  <a:pt x="11049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280475" y="5448300"/>
            <a:ext cx="1304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Design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1000" y="6019800"/>
            <a:ext cx="11430000" cy="800100"/>
          </a:xfrm>
          <a:custGeom>
            <a:avLst/>
            <a:gdLst/>
            <a:ahLst/>
            <a:cxnLst/>
            <a:rect l="l" t="t" r="r" b="b"/>
            <a:pathLst>
              <a:path w="11430000" h="8001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723898"/>
                </a:lnTo>
                <a:cubicBezTo>
                  <a:pt x="11430000" y="765983"/>
                  <a:pt x="11395883" y="800100"/>
                  <a:pt x="113537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07219" y="62769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42988" y="6172200"/>
            <a:ext cx="10696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Rationale: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technology stack creates a cohesive ecosystem where traditional testing tools provide execution capabilities, while GenAI frameworks add intelligence and autonomy—bridging the gap between conventional automation and AI-driven testing.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2.2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6229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GenAI Framework Research &amp; Selection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287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analysis of multi-agent orchestration frameworks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381125"/>
            <a:ext cx="7496175" cy="3048000"/>
          </a:xfrm>
          <a:custGeom>
            <a:avLst/>
            <a:gdLst/>
            <a:ahLst/>
            <a:cxnLst/>
            <a:rect l="l" t="t" r="r" b="b"/>
            <a:pathLst>
              <a:path w="7496175" h="3048000">
                <a:moveTo>
                  <a:pt x="76200" y="0"/>
                </a:moveTo>
                <a:lnTo>
                  <a:pt x="7419975" y="0"/>
                </a:lnTo>
                <a:cubicBezTo>
                  <a:pt x="7462031" y="0"/>
                  <a:pt x="7496175" y="34144"/>
                  <a:pt x="7496175" y="76200"/>
                </a:cubicBezTo>
                <a:lnTo>
                  <a:pt x="7496175" y="2971800"/>
                </a:lnTo>
                <a:cubicBezTo>
                  <a:pt x="7496175" y="3013856"/>
                  <a:pt x="7462031" y="3048000"/>
                  <a:pt x="7419975" y="3048000"/>
                </a:cubicBezTo>
                <a:lnTo>
                  <a:pt x="76200" y="3048000"/>
                </a:lnTo>
                <a:cubicBezTo>
                  <a:pt x="34144" y="3048000"/>
                  <a:pt x="0" y="3013856"/>
                  <a:pt x="0" y="297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4350" y="1543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725" y="15430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50" y="150495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9650" y="1771650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SELECTED 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350" y="2038350"/>
            <a:ext cx="7324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Stateful, graph-based agent orchestration framework built on LangChain. Enables deterministic workflows with explicit state management and conditional transitions.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9113" y="2576513"/>
            <a:ext cx="3581400" cy="1114425"/>
          </a:xfrm>
          <a:custGeom>
            <a:avLst/>
            <a:gdLst/>
            <a:ahLst/>
            <a:cxnLst/>
            <a:rect l="l" t="t" r="r" b="b"/>
            <a:pathLst>
              <a:path w="3581400" h="1114425">
                <a:moveTo>
                  <a:pt x="38102" y="0"/>
                </a:moveTo>
                <a:lnTo>
                  <a:pt x="3543298" y="0"/>
                </a:lnTo>
                <a:cubicBezTo>
                  <a:pt x="3564341" y="0"/>
                  <a:pt x="3581400" y="17059"/>
                  <a:pt x="3581400" y="38102"/>
                </a:cubicBezTo>
                <a:lnTo>
                  <a:pt x="3581400" y="1076323"/>
                </a:lnTo>
                <a:cubicBezTo>
                  <a:pt x="3581400" y="1097366"/>
                  <a:pt x="3564341" y="1114425"/>
                  <a:pt x="3543298" y="1114425"/>
                </a:cubicBezTo>
                <a:lnTo>
                  <a:pt x="38102" y="1114425"/>
                </a:lnTo>
                <a:cubicBezTo>
                  <a:pt x="17059" y="1114425"/>
                  <a:pt x="0" y="1097366"/>
                  <a:pt x="0" y="10763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0075" y="2657475"/>
            <a:ext cx="3486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0075" y="28860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Deterministic workflows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075" y="30765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Production-ready stability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0075" y="32670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Excellent state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0075" y="34575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Clear visualization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82963" y="2576513"/>
            <a:ext cx="3581400" cy="1114425"/>
          </a:xfrm>
          <a:custGeom>
            <a:avLst/>
            <a:gdLst/>
            <a:ahLst/>
            <a:cxnLst/>
            <a:rect l="l" t="t" r="r" b="b"/>
            <a:pathLst>
              <a:path w="3581400" h="1114425">
                <a:moveTo>
                  <a:pt x="38102" y="0"/>
                </a:moveTo>
                <a:lnTo>
                  <a:pt x="3543298" y="0"/>
                </a:lnTo>
                <a:cubicBezTo>
                  <a:pt x="3564341" y="0"/>
                  <a:pt x="3581400" y="17059"/>
                  <a:pt x="3581400" y="38102"/>
                </a:cubicBezTo>
                <a:lnTo>
                  <a:pt x="3581400" y="1076323"/>
                </a:lnTo>
                <a:cubicBezTo>
                  <a:pt x="3581400" y="1097366"/>
                  <a:pt x="3564341" y="1114425"/>
                  <a:pt x="3543298" y="1114425"/>
                </a:cubicBezTo>
                <a:lnTo>
                  <a:pt x="38102" y="1114425"/>
                </a:lnTo>
                <a:cubicBezTo>
                  <a:pt x="17059" y="1114425"/>
                  <a:pt x="0" y="1097366"/>
                  <a:pt x="0" y="10763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63926" y="2657475"/>
            <a:ext cx="3486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63926" y="28860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Complex testing pipelines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63926" y="30765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Mission-critical systems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63926" y="32670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Auditable processes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63926" y="3457575"/>
            <a:ext cx="3476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Enterprise deployment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" y="3771900"/>
            <a:ext cx="7229475" cy="533400"/>
          </a:xfrm>
          <a:custGeom>
            <a:avLst/>
            <a:gdLst/>
            <a:ahLst/>
            <a:cxnLst/>
            <a:rect l="l" t="t" r="r" b="b"/>
            <a:pathLst>
              <a:path w="7229475" h="533400">
                <a:moveTo>
                  <a:pt x="38100" y="0"/>
                </a:moveTo>
                <a:lnTo>
                  <a:pt x="7191374" y="0"/>
                </a:lnTo>
                <a:cubicBezTo>
                  <a:pt x="7212417" y="0"/>
                  <a:pt x="7229475" y="17058"/>
                  <a:pt x="7229475" y="38101"/>
                </a:cubicBezTo>
                <a:lnTo>
                  <a:pt x="7229475" y="495299"/>
                </a:lnTo>
                <a:cubicBezTo>
                  <a:pt x="7229475" y="516342"/>
                  <a:pt x="7212417" y="533400"/>
                  <a:pt x="71913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3400" y="37719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8650" y="3848100"/>
            <a:ext cx="7124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Reason:</a:t>
            </a:r>
            <a:r>
              <a:rPr lang="en-US" sz="105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Deterministic execution and robust state management are critical for testing scenarios requiring reproducibility and audit trails.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4557713"/>
            <a:ext cx="3695700" cy="1485900"/>
          </a:xfrm>
          <a:custGeom>
            <a:avLst/>
            <a:gdLst/>
            <a:ahLst/>
            <a:cxnLst/>
            <a:rect l="l" t="t" r="r" b="b"/>
            <a:pathLst>
              <a:path w="3695700" h="1485900">
                <a:moveTo>
                  <a:pt x="76197" y="0"/>
                </a:moveTo>
                <a:lnTo>
                  <a:pt x="3619503" y="0"/>
                </a:lnTo>
                <a:cubicBezTo>
                  <a:pt x="3661585" y="0"/>
                  <a:pt x="3695700" y="34115"/>
                  <a:pt x="3695700" y="76197"/>
                </a:cubicBezTo>
                <a:lnTo>
                  <a:pt x="3695700" y="1409703"/>
                </a:lnTo>
                <a:cubicBezTo>
                  <a:pt x="3695700" y="1451785"/>
                  <a:pt x="3661585" y="1485900"/>
                  <a:pt x="3619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6B72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4825" y="4676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725" y="46767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5825" y="4695825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CrewAI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825" y="5057775"/>
            <a:ext cx="3524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agent collaboration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hierarchical task delegation. Intuitive for modeling team structures.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825" y="5534025"/>
            <a:ext cx="733425" cy="190500"/>
          </a:xfrm>
          <a:custGeom>
            <a:avLst/>
            <a:gdLst/>
            <a:ahLst/>
            <a:cxnLst/>
            <a:rect l="l" t="t" r="r" b="b"/>
            <a:pathLst>
              <a:path w="733425" h="190500">
                <a:moveTo>
                  <a:pt x="38100" y="0"/>
                </a:moveTo>
                <a:lnTo>
                  <a:pt x="695325" y="0"/>
                </a:lnTo>
                <a:cubicBezTo>
                  <a:pt x="716353" y="0"/>
                  <a:pt x="733425" y="17072"/>
                  <a:pt x="733425" y="38100"/>
                </a:cubicBezTo>
                <a:lnTo>
                  <a:pt x="733425" y="152400"/>
                </a:lnTo>
                <a:cubicBezTo>
                  <a:pt x="733425" y="173428"/>
                  <a:pt x="716353" y="190500"/>
                  <a:pt x="6953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4825" y="5534025"/>
            <a:ext cx="7905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75755" y="5534025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38100" y="0"/>
                </a:moveTo>
                <a:lnTo>
                  <a:pt x="723900" y="0"/>
                </a:lnTo>
                <a:cubicBezTo>
                  <a:pt x="744928" y="0"/>
                  <a:pt x="762000" y="17072"/>
                  <a:pt x="762000" y="38100"/>
                </a:cubicBezTo>
                <a:lnTo>
                  <a:pt x="762000" y="152400"/>
                </a:lnTo>
                <a:cubicBezTo>
                  <a:pt x="762000" y="173428"/>
                  <a:pt x="744928" y="190500"/>
                  <a:pt x="723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75755" y="5534025"/>
            <a:ext cx="8191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02013" y="4557713"/>
            <a:ext cx="3695700" cy="1485900"/>
          </a:xfrm>
          <a:custGeom>
            <a:avLst/>
            <a:gdLst/>
            <a:ahLst/>
            <a:cxnLst/>
            <a:rect l="l" t="t" r="r" b="b"/>
            <a:pathLst>
              <a:path w="3695700" h="1485900">
                <a:moveTo>
                  <a:pt x="76197" y="0"/>
                </a:moveTo>
                <a:lnTo>
                  <a:pt x="3619503" y="0"/>
                </a:lnTo>
                <a:cubicBezTo>
                  <a:pt x="3661585" y="0"/>
                  <a:pt x="3695700" y="34115"/>
                  <a:pt x="3695700" y="76197"/>
                </a:cubicBezTo>
                <a:lnTo>
                  <a:pt x="3695700" y="1409703"/>
                </a:lnTo>
                <a:cubicBezTo>
                  <a:pt x="3695700" y="1451785"/>
                  <a:pt x="3661585" y="1485900"/>
                  <a:pt x="3619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6B72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21076" y="4676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82976" y="46767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02076" y="4695825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AutoGen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21076" y="5057775"/>
            <a:ext cx="3524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multi-agent framework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Microsoft Research. Excels in research scenarios with flexible agent dialogue.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21076" y="5734050"/>
            <a:ext cx="904875" cy="190500"/>
          </a:xfrm>
          <a:custGeom>
            <a:avLst/>
            <a:gdLst/>
            <a:ahLst/>
            <a:cxnLst/>
            <a:rect l="l" t="t" r="r" b="b"/>
            <a:pathLst>
              <a:path w="904875" h="190500">
                <a:moveTo>
                  <a:pt x="38100" y="0"/>
                </a:moveTo>
                <a:lnTo>
                  <a:pt x="866775" y="0"/>
                </a:lnTo>
                <a:cubicBezTo>
                  <a:pt x="887803" y="0"/>
                  <a:pt x="904875" y="17072"/>
                  <a:pt x="904875" y="38100"/>
                </a:cubicBezTo>
                <a:lnTo>
                  <a:pt x="904875" y="152400"/>
                </a:lnTo>
                <a:cubicBezTo>
                  <a:pt x="904875" y="173428"/>
                  <a:pt x="887803" y="190500"/>
                  <a:pt x="8667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21076" y="5734050"/>
            <a:ext cx="9620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67474" y="5734050"/>
            <a:ext cx="619125" cy="190500"/>
          </a:xfrm>
          <a:custGeom>
            <a:avLst/>
            <a:gdLst/>
            <a:ahLst/>
            <a:cxnLst/>
            <a:rect l="l" t="t" r="r" b="b"/>
            <a:pathLst>
              <a:path w="619125" h="190500">
                <a:moveTo>
                  <a:pt x="38100" y="0"/>
                </a:moveTo>
                <a:lnTo>
                  <a:pt x="581025" y="0"/>
                </a:lnTo>
                <a:cubicBezTo>
                  <a:pt x="602053" y="0"/>
                  <a:pt x="619125" y="17072"/>
                  <a:pt x="619125" y="38100"/>
                </a:cubicBezTo>
                <a:lnTo>
                  <a:pt x="619125" y="152400"/>
                </a:lnTo>
                <a:cubicBezTo>
                  <a:pt x="619125" y="173428"/>
                  <a:pt x="602053" y="190500"/>
                  <a:pt x="5810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67474" y="5734050"/>
            <a:ext cx="6762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51750" y="1371600"/>
            <a:ext cx="3762375" cy="5105400"/>
          </a:xfrm>
          <a:custGeom>
            <a:avLst/>
            <a:gdLst/>
            <a:ahLst/>
            <a:cxnLst/>
            <a:rect l="l" t="t" r="r" b="b"/>
            <a:pathLst>
              <a:path w="3762375" h="5105400">
                <a:moveTo>
                  <a:pt x="76188" y="0"/>
                </a:moveTo>
                <a:lnTo>
                  <a:pt x="3686187" y="0"/>
                </a:lnTo>
                <a:cubicBezTo>
                  <a:pt x="3728264" y="0"/>
                  <a:pt x="3762375" y="34111"/>
                  <a:pt x="3762375" y="76188"/>
                </a:cubicBezTo>
                <a:lnTo>
                  <a:pt x="3762375" y="5029212"/>
                </a:lnTo>
                <a:cubicBezTo>
                  <a:pt x="3762375" y="5071289"/>
                  <a:pt x="3728264" y="5105400"/>
                  <a:pt x="3686187" y="5105400"/>
                </a:cubicBezTo>
                <a:lnTo>
                  <a:pt x="76188" y="5105400"/>
                </a:lnTo>
                <a:cubicBezTo>
                  <a:pt x="34111" y="5105400"/>
                  <a:pt x="0" y="5071289"/>
                  <a:pt x="0" y="5029212"/>
                </a:cubicBezTo>
                <a:lnTo>
                  <a:pt x="0" y="76188"/>
                </a:lnTo>
                <a:cubicBezTo>
                  <a:pt x="0" y="34111"/>
                  <a:pt x="34111" y="0"/>
                  <a:pt x="7618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204150" y="1562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42275" y="152400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Comparison Matrix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04150" y="190500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896600" y="19621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163300" y="19621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430000" y="19621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204150" y="21336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Ready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896600" y="21907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163300" y="21907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430000" y="21907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204150" y="23622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896600" y="24193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163300" y="24193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1430000" y="24193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204150" y="259080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Ease of Use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896600" y="26479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163300" y="26479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1430000" y="26479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204150" y="281940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896600" y="28765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163300" y="28765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1430000" y="2876550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204150" y="3128963"/>
            <a:ext cx="3457575" cy="9525"/>
          </a:xfrm>
          <a:custGeom>
            <a:avLst/>
            <a:gdLst/>
            <a:ahLst/>
            <a:cxnLst/>
            <a:rect l="l" t="t" r="r" b="b"/>
            <a:pathLst>
              <a:path w="3457575" h="9525">
                <a:moveTo>
                  <a:pt x="0" y="0"/>
                </a:moveTo>
                <a:lnTo>
                  <a:pt x="3457575" y="0"/>
                </a:lnTo>
                <a:lnTo>
                  <a:pt x="34575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204150" y="3248025"/>
            <a:ext cx="3514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= LangGraph | ■ = CrewAI/AutoGen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13675" y="3409950"/>
            <a:ext cx="3438525" cy="1466850"/>
          </a:xfrm>
          <a:custGeom>
            <a:avLst/>
            <a:gdLst/>
            <a:ahLst/>
            <a:cxnLst/>
            <a:rect l="l" t="t" r="r" b="b"/>
            <a:pathLst>
              <a:path w="3438525" h="1466850">
                <a:moveTo>
                  <a:pt x="76203" y="0"/>
                </a:moveTo>
                <a:lnTo>
                  <a:pt x="3362322" y="0"/>
                </a:lnTo>
                <a:cubicBezTo>
                  <a:pt x="3404380" y="0"/>
                  <a:pt x="3438525" y="34145"/>
                  <a:pt x="3438525" y="76203"/>
                </a:cubicBezTo>
                <a:lnTo>
                  <a:pt x="3438525" y="1390647"/>
                </a:lnTo>
                <a:cubicBezTo>
                  <a:pt x="3438525" y="1432705"/>
                  <a:pt x="3404380" y="1466850"/>
                  <a:pt x="3362322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399413" y="3619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594675" y="3571875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Winner: LangGraph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75600" y="3914775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Superior for testing applications requiring </a:t>
            </a: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execution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persistence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reliability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Graph-based visualization aids in debugging complex workflows.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516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3.1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526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POC 1: Task Allocation AI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287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task assignment using LLM-based reasoning and candidate scoring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3648075" cy="1676400"/>
          </a:xfrm>
          <a:custGeom>
            <a:avLst/>
            <a:gdLst/>
            <a:ahLst/>
            <a:cxnLst/>
            <a:rect l="l" t="t" r="r" b="b"/>
            <a:pathLst>
              <a:path w="3648075" h="1676400">
                <a:moveTo>
                  <a:pt x="0" y="0"/>
                </a:moveTo>
                <a:lnTo>
                  <a:pt x="3648075" y="0"/>
                </a:lnTo>
                <a:lnTo>
                  <a:pt x="3648075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0050" y="14478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531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5825" y="1600200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981200"/>
            <a:ext cx="34004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task assignment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testing workflows requires matching task requirements with tester skills, availability, and workload—creating a complex optimization challenge.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22700" y="1447800"/>
            <a:ext cx="3648075" cy="1676400"/>
          </a:xfrm>
          <a:custGeom>
            <a:avLst/>
            <a:gdLst/>
            <a:ahLst/>
            <a:cxnLst/>
            <a:rect l="l" t="t" r="r" b="b"/>
            <a:pathLst>
              <a:path w="3648075" h="1676400">
                <a:moveTo>
                  <a:pt x="0" y="0"/>
                </a:moveTo>
                <a:lnTo>
                  <a:pt x="3648075" y="0"/>
                </a:lnTo>
                <a:lnTo>
                  <a:pt x="3648075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22700" y="14478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1796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8475" y="1600200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4150" y="1981200"/>
            <a:ext cx="34004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LLM-based reasoning system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analyzes task requirements, evaluates candidate profiles, and generates optimal assignments with confidence scoring.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276600"/>
            <a:ext cx="7496175" cy="3200400"/>
          </a:xfrm>
          <a:custGeom>
            <a:avLst/>
            <a:gdLst/>
            <a:ahLst/>
            <a:cxnLst/>
            <a:rect l="l" t="t" r="r" b="b"/>
            <a:pathLst>
              <a:path w="7496175" h="3200400">
                <a:moveTo>
                  <a:pt x="76202" y="0"/>
                </a:moveTo>
                <a:lnTo>
                  <a:pt x="7419973" y="0"/>
                </a:lnTo>
                <a:cubicBezTo>
                  <a:pt x="7462058" y="0"/>
                  <a:pt x="7496175" y="34117"/>
                  <a:pt x="7496175" y="76202"/>
                </a:cubicBezTo>
                <a:lnTo>
                  <a:pt x="7496175" y="3124198"/>
                </a:lnTo>
                <a:cubicBezTo>
                  <a:pt x="7496175" y="3166283"/>
                  <a:pt x="7462058" y="3200400"/>
                  <a:pt x="7419973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5313" y="3505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9625" y="3467100"/>
            <a:ext cx="697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Workflow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3886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3886200"/>
            <a:ext cx="547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Ingestion &amp; Analysis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4152900"/>
            <a:ext cx="546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 task requirements, complexity level, and skill prerequisites from Jira/story descriptions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" y="4457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3400" y="44577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6800" y="445770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Candidate Profile Evaluation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6800" y="4724400"/>
            <a:ext cx="491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tester skills, historical performance, current workload, and domain expertise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" y="5029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3400" y="50292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" y="5029200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Reasoning &amp; Scoring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6800" y="5295900"/>
            <a:ext cx="436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intelligent matching algorithm with multi-factor scoring and ranking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1500" y="560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3400" y="56007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6800" y="5600700"/>
            <a:ext cx="430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Assignment Output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6800" y="5867400"/>
            <a:ext cx="429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ranked recommendations with confidence scores and rationale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74075" y="1457325"/>
            <a:ext cx="3724275" cy="2743200"/>
          </a:xfrm>
          <a:custGeom>
            <a:avLst/>
            <a:gdLst/>
            <a:ahLst/>
            <a:cxnLst/>
            <a:rect l="l" t="t" r="r" b="b"/>
            <a:pathLst>
              <a:path w="3724275" h="2743200">
                <a:moveTo>
                  <a:pt x="76206" y="0"/>
                </a:moveTo>
                <a:lnTo>
                  <a:pt x="3648069" y="0"/>
                </a:lnTo>
                <a:cubicBezTo>
                  <a:pt x="3690156" y="0"/>
                  <a:pt x="3724275" y="34119"/>
                  <a:pt x="3724275" y="76206"/>
                </a:cubicBezTo>
                <a:lnTo>
                  <a:pt x="3724275" y="2666994"/>
                </a:lnTo>
                <a:cubicBezTo>
                  <a:pt x="3724275" y="2709081"/>
                  <a:pt x="3690156" y="2743200"/>
                  <a:pt x="3648069" y="2743200"/>
                </a:cubicBezTo>
                <a:lnTo>
                  <a:pt x="76206" y="2743200"/>
                </a:lnTo>
                <a:cubicBezTo>
                  <a:pt x="34119" y="2743200"/>
                  <a:pt x="0" y="2709081"/>
                  <a:pt x="0" y="26669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59812" y="1666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55075" y="1619250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40762" y="2005013"/>
            <a:ext cx="3390900" cy="619125"/>
          </a:xfrm>
          <a:custGeom>
            <a:avLst/>
            <a:gdLst/>
            <a:ahLst/>
            <a:cxnLst/>
            <a:rect l="l" t="t" r="r" b="b"/>
            <a:pathLst>
              <a:path w="3390900" h="619125">
                <a:moveTo>
                  <a:pt x="38101" y="0"/>
                </a:moveTo>
                <a:lnTo>
                  <a:pt x="3352799" y="0"/>
                </a:lnTo>
                <a:cubicBezTo>
                  <a:pt x="3373842" y="0"/>
                  <a:pt x="3390900" y="17058"/>
                  <a:pt x="3390900" y="38101"/>
                </a:cubicBezTo>
                <a:lnTo>
                  <a:pt x="3390900" y="581024"/>
                </a:lnTo>
                <a:cubicBezTo>
                  <a:pt x="3390900" y="602067"/>
                  <a:pt x="3373842" y="619125"/>
                  <a:pt x="3352799" y="619125"/>
                </a:cubicBezTo>
                <a:lnTo>
                  <a:pt x="38101" y="619125"/>
                </a:lnTo>
                <a:cubicBezTo>
                  <a:pt x="17058" y="619125"/>
                  <a:pt x="0" y="602067"/>
                  <a:pt x="0" y="5810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78875" y="214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26525" y="212407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Matching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59825" y="2352675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Context-aware task-tester pairing beyond keyword matching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40762" y="2709863"/>
            <a:ext cx="3390900" cy="619125"/>
          </a:xfrm>
          <a:custGeom>
            <a:avLst/>
            <a:gdLst/>
            <a:ahLst/>
            <a:cxnLst/>
            <a:rect l="l" t="t" r="r" b="b"/>
            <a:pathLst>
              <a:path w="3390900" h="619125">
                <a:moveTo>
                  <a:pt x="38101" y="0"/>
                </a:moveTo>
                <a:lnTo>
                  <a:pt x="3352799" y="0"/>
                </a:lnTo>
                <a:cubicBezTo>
                  <a:pt x="3373842" y="0"/>
                  <a:pt x="3390900" y="17058"/>
                  <a:pt x="3390900" y="38101"/>
                </a:cubicBezTo>
                <a:lnTo>
                  <a:pt x="3390900" y="581024"/>
                </a:lnTo>
                <a:cubicBezTo>
                  <a:pt x="3390900" y="602067"/>
                  <a:pt x="3373842" y="619125"/>
                  <a:pt x="3352799" y="619125"/>
                </a:cubicBezTo>
                <a:lnTo>
                  <a:pt x="38101" y="619125"/>
                </a:lnTo>
                <a:cubicBezTo>
                  <a:pt x="17058" y="619125"/>
                  <a:pt x="0" y="602067"/>
                  <a:pt x="0" y="5810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359825" y="28479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26525" y="28289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Multi-Factor Scoring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59825" y="3057525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Considers skills, workload, availability, and past performance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40762" y="3414713"/>
            <a:ext cx="3390900" cy="619125"/>
          </a:xfrm>
          <a:custGeom>
            <a:avLst/>
            <a:gdLst/>
            <a:ahLst/>
            <a:cxnLst/>
            <a:rect l="l" t="t" r="r" b="b"/>
            <a:pathLst>
              <a:path w="3390900" h="619125">
                <a:moveTo>
                  <a:pt x="38101" y="0"/>
                </a:moveTo>
                <a:lnTo>
                  <a:pt x="3352799" y="0"/>
                </a:lnTo>
                <a:cubicBezTo>
                  <a:pt x="3373842" y="0"/>
                  <a:pt x="3390900" y="17058"/>
                  <a:pt x="3390900" y="38101"/>
                </a:cubicBezTo>
                <a:lnTo>
                  <a:pt x="3390900" y="581024"/>
                </a:lnTo>
                <a:cubicBezTo>
                  <a:pt x="3390900" y="602067"/>
                  <a:pt x="3373842" y="619125"/>
                  <a:pt x="3352799" y="619125"/>
                </a:cubicBezTo>
                <a:lnTo>
                  <a:pt x="38101" y="619125"/>
                </a:lnTo>
                <a:cubicBezTo>
                  <a:pt x="17058" y="619125"/>
                  <a:pt x="0" y="602067"/>
                  <a:pt x="0" y="5810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88400" y="3552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6525" y="353377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Metrics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59825" y="3762375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Quantified certainty scores for each recommendation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64550" y="4362450"/>
            <a:ext cx="3743325" cy="2114550"/>
          </a:xfrm>
          <a:custGeom>
            <a:avLst/>
            <a:gdLst/>
            <a:ahLst/>
            <a:cxnLst/>
            <a:rect l="l" t="t" r="r" b="b"/>
            <a:pathLst>
              <a:path w="3743325" h="2114550">
                <a:moveTo>
                  <a:pt x="76208" y="0"/>
                </a:moveTo>
                <a:lnTo>
                  <a:pt x="3667117" y="0"/>
                </a:lnTo>
                <a:cubicBezTo>
                  <a:pt x="3709205" y="0"/>
                  <a:pt x="3743325" y="34120"/>
                  <a:pt x="3743325" y="76208"/>
                </a:cubicBezTo>
                <a:lnTo>
                  <a:pt x="3743325" y="2038342"/>
                </a:lnTo>
                <a:cubicBezTo>
                  <a:pt x="3743325" y="2080430"/>
                  <a:pt x="3709205" y="2114550"/>
                  <a:pt x="3667117" y="2114550"/>
                </a:cubicBezTo>
                <a:lnTo>
                  <a:pt x="76208" y="2114550"/>
                </a:lnTo>
                <a:cubicBezTo>
                  <a:pt x="34120" y="2114550"/>
                  <a:pt x="0" y="2080430"/>
                  <a:pt x="0" y="20383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262193" y="47815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436025" y="47339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16950" y="5114925"/>
            <a:ext cx="35147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Transforms task allocation from manual assignment to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intelligent decision-making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reducing allocation time by 70% while improving task-tester fit quality.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5534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POC 2: Multi-Agent Testing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287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agents automating the complete API testing lifecycle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457325"/>
            <a:ext cx="7477125" cy="2514600"/>
          </a:xfrm>
          <a:custGeom>
            <a:avLst/>
            <a:gdLst/>
            <a:ahLst/>
            <a:cxnLst/>
            <a:rect l="l" t="t" r="r" b="b"/>
            <a:pathLst>
              <a:path w="7477125" h="2514600">
                <a:moveTo>
                  <a:pt x="76192" y="0"/>
                </a:moveTo>
                <a:lnTo>
                  <a:pt x="7400933" y="0"/>
                </a:lnTo>
                <a:cubicBezTo>
                  <a:pt x="7443013" y="0"/>
                  <a:pt x="7477125" y="34112"/>
                  <a:pt x="7477125" y="76192"/>
                </a:cubicBezTo>
                <a:lnTo>
                  <a:pt x="7477125" y="2438408"/>
                </a:lnTo>
                <a:cubicBezTo>
                  <a:pt x="7477125" y="2480488"/>
                  <a:pt x="7443013" y="2514600"/>
                  <a:pt x="7400933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0550" y="1695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6300" y="1657350"/>
            <a:ext cx="6905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0550" y="2076450"/>
            <a:ext cx="715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multi-agent AI system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autonomously manages the entire API testing lifecycle—from specification ingestion through test execution and failure analysis. Each agent specializes in a specific domain, collaborating to deliver comprehensive testing automation.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971800"/>
            <a:ext cx="7058025" cy="800100"/>
          </a:xfrm>
          <a:custGeom>
            <a:avLst/>
            <a:gdLst/>
            <a:ahLst/>
            <a:cxnLst/>
            <a:rect l="l" t="t" r="r" b="b"/>
            <a:pathLst>
              <a:path w="7058025" h="800100">
                <a:moveTo>
                  <a:pt x="38100" y="0"/>
                </a:moveTo>
                <a:lnTo>
                  <a:pt x="6981823" y="0"/>
                </a:lnTo>
                <a:cubicBezTo>
                  <a:pt x="7023908" y="0"/>
                  <a:pt x="7058025" y="34117"/>
                  <a:pt x="7058025" y="76202"/>
                </a:cubicBezTo>
                <a:lnTo>
                  <a:pt x="7058025" y="723898"/>
                </a:lnTo>
                <a:cubicBezTo>
                  <a:pt x="7058025" y="765983"/>
                  <a:pt x="7023908" y="800100"/>
                  <a:pt x="698182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9600" y="29718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1050" y="3124200"/>
            <a:ext cx="681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Innovation:</a:t>
            </a:r>
            <a:r>
              <a:rPr lang="en-US" sz="12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Natural language-driven test generation eliminates manual script writing while maintaining test coverage and quality standards.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4138613"/>
            <a:ext cx="2409825" cy="923925"/>
          </a:xfrm>
          <a:custGeom>
            <a:avLst/>
            <a:gdLst/>
            <a:ahLst/>
            <a:cxnLst/>
            <a:rect l="l" t="t" r="r" b="b"/>
            <a:pathLst>
              <a:path w="2409825" h="923925">
                <a:moveTo>
                  <a:pt x="76196" y="0"/>
                </a:moveTo>
                <a:lnTo>
                  <a:pt x="2333629" y="0"/>
                </a:lnTo>
                <a:cubicBezTo>
                  <a:pt x="2375711" y="0"/>
                  <a:pt x="2409825" y="34114"/>
                  <a:pt x="2409825" y="76196"/>
                </a:cubicBezTo>
                <a:lnTo>
                  <a:pt x="2409825" y="847729"/>
                </a:lnTo>
                <a:cubicBezTo>
                  <a:pt x="2409825" y="889811"/>
                  <a:pt x="2375711" y="923925"/>
                  <a:pt x="23336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1F29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05992" y="42576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135731"/>
                </a:lnTo>
                <a:lnTo>
                  <a:pt x="81305" y="135731"/>
                </a:lnTo>
                <a:lnTo>
                  <a:pt x="67464" y="121890"/>
                </a:lnTo>
                <a:cubicBezTo>
                  <a:pt x="63267" y="117693"/>
                  <a:pt x="63267" y="110907"/>
                  <a:pt x="67464" y="106754"/>
                </a:cubicBezTo>
                <a:cubicBezTo>
                  <a:pt x="71661" y="102602"/>
                  <a:pt x="78447" y="102557"/>
                  <a:pt x="82600" y="106754"/>
                </a:cubicBezTo>
                <a:lnTo>
                  <a:pt x="114746" y="138901"/>
                </a:lnTo>
                <a:cubicBezTo>
                  <a:pt x="118943" y="143098"/>
                  <a:pt x="118943" y="149885"/>
                  <a:pt x="114746" y="154037"/>
                </a:cubicBezTo>
                <a:lnTo>
                  <a:pt x="82600" y="186184"/>
                </a:lnTo>
                <a:cubicBezTo>
                  <a:pt x="78403" y="190381"/>
                  <a:pt x="71616" y="190381"/>
                  <a:pt x="67464" y="186184"/>
                </a:cubicBezTo>
                <a:cubicBezTo>
                  <a:pt x="63311" y="181987"/>
                  <a:pt x="63267" y="175200"/>
                  <a:pt x="67464" y="171048"/>
                </a:cubicBezTo>
                <a:lnTo>
                  <a:pt x="81305" y="157207"/>
                </a:lnTo>
                <a:lnTo>
                  <a:pt x="0" y="157207"/>
                </a:lnTo>
                <a:lnTo>
                  <a:pt x="0" y="200070"/>
                </a:lnTo>
                <a:cubicBezTo>
                  <a:pt x="0" y="215831"/>
                  <a:pt x="12814" y="228645"/>
                  <a:pt x="28575" y="228645"/>
                </a:cubicBezTo>
                <a:lnTo>
                  <a:pt x="142875" y="228645"/>
                </a:lnTo>
                <a:cubicBezTo>
                  <a:pt x="158636" y="228645"/>
                  <a:pt x="171450" y="215831"/>
                  <a:pt x="171450" y="200070"/>
                </a:cubicBezTo>
                <a:lnTo>
                  <a:pt x="171450" y="76170"/>
                </a:lnTo>
                <a:cubicBezTo>
                  <a:pt x="171450" y="68580"/>
                  <a:pt x="168459" y="61302"/>
                  <a:pt x="163101" y="55944"/>
                </a:cubicBezTo>
                <a:lnTo>
                  <a:pt x="115506" y="8349"/>
                </a:lnTo>
                <a:cubicBezTo>
                  <a:pt x="110148" y="2991"/>
                  <a:pt x="102915" y="0"/>
                  <a:pt x="95324" y="0"/>
                </a:cubicBezTo>
                <a:lnTo>
                  <a:pt x="28575" y="0"/>
                </a:lnTo>
                <a:close/>
                <a:moveTo>
                  <a:pt x="145331" y="78581"/>
                </a:moveTo>
                <a:lnTo>
                  <a:pt x="103584" y="78581"/>
                </a:lnTo>
                <a:cubicBezTo>
                  <a:pt x="97646" y="78581"/>
                  <a:pt x="92869" y="73804"/>
                  <a:pt x="92869" y="67866"/>
                </a:cubicBezTo>
                <a:lnTo>
                  <a:pt x="92869" y="26119"/>
                </a:lnTo>
                <a:lnTo>
                  <a:pt x="145331" y="78581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1488" y="4562475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 Ingestion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250" y="4791075"/>
            <a:ext cx="2228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Swagger, Excel, JSON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1496" y="4138613"/>
            <a:ext cx="2409825" cy="923925"/>
          </a:xfrm>
          <a:custGeom>
            <a:avLst/>
            <a:gdLst/>
            <a:ahLst/>
            <a:cxnLst/>
            <a:rect l="l" t="t" r="r" b="b"/>
            <a:pathLst>
              <a:path w="2409825" h="923925">
                <a:moveTo>
                  <a:pt x="76196" y="0"/>
                </a:moveTo>
                <a:lnTo>
                  <a:pt x="2333629" y="0"/>
                </a:lnTo>
                <a:cubicBezTo>
                  <a:pt x="2375711" y="0"/>
                  <a:pt x="2409825" y="34114"/>
                  <a:pt x="2409825" y="76196"/>
                </a:cubicBezTo>
                <a:lnTo>
                  <a:pt x="2409825" y="847729"/>
                </a:lnTo>
                <a:cubicBezTo>
                  <a:pt x="2409825" y="889811"/>
                  <a:pt x="2375711" y="923925"/>
                  <a:pt x="23336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1F29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13150" y="4257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07221" y="4562475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Generation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11984" y="4791075"/>
            <a:ext cx="2228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cases &amp; scripts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57230" y="4138613"/>
            <a:ext cx="2409825" cy="923925"/>
          </a:xfrm>
          <a:custGeom>
            <a:avLst/>
            <a:gdLst/>
            <a:ahLst/>
            <a:cxnLst/>
            <a:rect l="l" t="t" r="r" b="b"/>
            <a:pathLst>
              <a:path w="2409825" h="923925">
                <a:moveTo>
                  <a:pt x="76196" y="0"/>
                </a:moveTo>
                <a:lnTo>
                  <a:pt x="2333629" y="0"/>
                </a:lnTo>
                <a:cubicBezTo>
                  <a:pt x="2375711" y="0"/>
                  <a:pt x="2409825" y="34114"/>
                  <a:pt x="2409825" y="76196"/>
                </a:cubicBezTo>
                <a:lnTo>
                  <a:pt x="2409825" y="847729"/>
                </a:lnTo>
                <a:cubicBezTo>
                  <a:pt x="2409825" y="889811"/>
                  <a:pt x="2375711" y="923925"/>
                  <a:pt x="23336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1F29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48884" y="4257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84073" y="65678"/>
                </a:moveTo>
                <a:cubicBezTo>
                  <a:pt x="80680" y="67553"/>
                  <a:pt x="78581" y="71170"/>
                  <a:pt x="78581" y="75009"/>
                </a:cubicBezTo>
                <a:lnTo>
                  <a:pt x="78581" y="153591"/>
                </a:lnTo>
                <a:cubicBezTo>
                  <a:pt x="78581" y="157475"/>
                  <a:pt x="80680" y="161047"/>
                  <a:pt x="84073" y="162922"/>
                </a:cubicBezTo>
                <a:cubicBezTo>
                  <a:pt x="87466" y="164797"/>
                  <a:pt x="91574" y="164753"/>
                  <a:pt x="94923" y="162699"/>
                </a:cubicBezTo>
                <a:lnTo>
                  <a:pt x="159216" y="123408"/>
                </a:lnTo>
                <a:cubicBezTo>
                  <a:pt x="162386" y="121444"/>
                  <a:pt x="164351" y="118006"/>
                  <a:pt x="164351" y="114255"/>
                </a:cubicBezTo>
                <a:cubicBezTo>
                  <a:pt x="164351" y="110505"/>
                  <a:pt x="162386" y="107067"/>
                  <a:pt x="159216" y="105102"/>
                </a:cubicBezTo>
                <a:lnTo>
                  <a:pt x="94923" y="65812"/>
                </a:lnTo>
                <a:cubicBezTo>
                  <a:pt x="91619" y="63803"/>
                  <a:pt x="87466" y="63713"/>
                  <a:pt x="84073" y="65589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42955" y="4562475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47717" y="4791075"/>
            <a:ext cx="2228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run &amp; report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5219700"/>
            <a:ext cx="7496175" cy="1562100"/>
          </a:xfrm>
          <a:custGeom>
            <a:avLst/>
            <a:gdLst/>
            <a:ahLst/>
            <a:cxnLst/>
            <a:rect l="l" t="t" r="r" b="b"/>
            <a:pathLst>
              <a:path w="7496175" h="1562100">
                <a:moveTo>
                  <a:pt x="76199" y="0"/>
                </a:moveTo>
                <a:lnTo>
                  <a:pt x="7419976" y="0"/>
                </a:lnTo>
                <a:cubicBezTo>
                  <a:pt x="7462059" y="0"/>
                  <a:pt x="7496175" y="34116"/>
                  <a:pt x="7496175" y="76199"/>
                </a:cubicBezTo>
                <a:lnTo>
                  <a:pt x="7496175" y="1485901"/>
                </a:lnTo>
                <a:cubicBezTo>
                  <a:pt x="7496175" y="1527984"/>
                  <a:pt x="7462059" y="1562100"/>
                  <a:pt x="74199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213" y="5419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2475" y="5372100"/>
            <a:ext cx="705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Focus Domain: API Testing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400" y="5753100"/>
            <a:ext cx="726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specifically optimized for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testing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handling endpoint validation, request/response verification, authentication flows, and data integrity checks.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6362700"/>
            <a:ext cx="1371600" cy="266700"/>
          </a:xfrm>
          <a:custGeom>
            <a:avLst/>
            <a:gdLst/>
            <a:ahLst/>
            <a:cxnLst/>
            <a:rect l="l" t="t" r="r" b="b"/>
            <a:pathLst>
              <a:path w="1371600" h="266700">
                <a:moveTo>
                  <a:pt x="133350" y="0"/>
                </a:moveTo>
                <a:lnTo>
                  <a:pt x="1238250" y="0"/>
                </a:lnTo>
                <a:cubicBezTo>
                  <a:pt x="1311848" y="0"/>
                  <a:pt x="1371600" y="59752"/>
                  <a:pt x="1371600" y="133350"/>
                </a:cubicBezTo>
                <a:lnTo>
                  <a:pt x="1371600" y="133350"/>
                </a:lnTo>
                <a:cubicBezTo>
                  <a:pt x="1371600" y="206948"/>
                  <a:pt x="1311848" y="266700"/>
                  <a:pt x="1238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3400" y="6362700"/>
            <a:ext cx="14382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Endpoint Validation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984921" y="6362700"/>
            <a:ext cx="1314450" cy="266700"/>
          </a:xfrm>
          <a:custGeom>
            <a:avLst/>
            <a:gdLst/>
            <a:ahLst/>
            <a:cxnLst/>
            <a:rect l="l" t="t" r="r" b="b"/>
            <a:pathLst>
              <a:path w="1314450" h="266700">
                <a:moveTo>
                  <a:pt x="133350" y="0"/>
                </a:moveTo>
                <a:lnTo>
                  <a:pt x="1181100" y="0"/>
                </a:lnTo>
                <a:cubicBezTo>
                  <a:pt x="1254698" y="0"/>
                  <a:pt x="1314450" y="59752"/>
                  <a:pt x="1314450" y="133350"/>
                </a:cubicBezTo>
                <a:lnTo>
                  <a:pt x="1314450" y="133350"/>
                </a:lnTo>
                <a:cubicBezTo>
                  <a:pt x="1314450" y="206948"/>
                  <a:pt x="1254698" y="266700"/>
                  <a:pt x="1181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984921" y="6362700"/>
            <a:ext cx="13811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Schema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74529" y="6362700"/>
            <a:ext cx="1019175" cy="266700"/>
          </a:xfrm>
          <a:custGeom>
            <a:avLst/>
            <a:gdLst/>
            <a:ahLst/>
            <a:cxnLst/>
            <a:rect l="l" t="t" r="r" b="b"/>
            <a:pathLst>
              <a:path w="1019175" h="266700">
                <a:moveTo>
                  <a:pt x="133350" y="0"/>
                </a:moveTo>
                <a:lnTo>
                  <a:pt x="885825" y="0"/>
                </a:lnTo>
                <a:cubicBezTo>
                  <a:pt x="959423" y="0"/>
                  <a:pt x="1019175" y="59752"/>
                  <a:pt x="1019175" y="133350"/>
                </a:cubicBezTo>
                <a:lnTo>
                  <a:pt x="1019175" y="133350"/>
                </a:lnTo>
                <a:cubicBezTo>
                  <a:pt x="1019175" y="206948"/>
                  <a:pt x="959423" y="266700"/>
                  <a:pt x="885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74529" y="6362700"/>
            <a:ext cx="10858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Codes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65439" y="6362700"/>
            <a:ext cx="885825" cy="266700"/>
          </a:xfrm>
          <a:custGeom>
            <a:avLst/>
            <a:gdLst/>
            <a:ahLst/>
            <a:cxnLst/>
            <a:rect l="l" t="t" r="r" b="b"/>
            <a:pathLst>
              <a:path w="885825" h="266700">
                <a:moveTo>
                  <a:pt x="133350" y="0"/>
                </a:moveTo>
                <a:lnTo>
                  <a:pt x="752475" y="0"/>
                </a:lnTo>
                <a:cubicBezTo>
                  <a:pt x="826073" y="0"/>
                  <a:pt x="885825" y="59752"/>
                  <a:pt x="885825" y="133350"/>
                </a:cubicBezTo>
                <a:lnTo>
                  <a:pt x="885825" y="133350"/>
                </a:lnTo>
                <a:cubicBezTo>
                  <a:pt x="885825" y="206948"/>
                  <a:pt x="826073" y="266700"/>
                  <a:pt x="752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65439" y="6362700"/>
            <a:ext cx="952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Flows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74075" y="1457325"/>
            <a:ext cx="3724275" cy="3752850"/>
          </a:xfrm>
          <a:custGeom>
            <a:avLst/>
            <a:gdLst/>
            <a:ahLst/>
            <a:cxnLst/>
            <a:rect l="l" t="t" r="r" b="b"/>
            <a:pathLst>
              <a:path w="3724275" h="3752850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3676651"/>
                </a:lnTo>
                <a:cubicBezTo>
                  <a:pt x="3724275" y="3718735"/>
                  <a:pt x="3690160" y="3752850"/>
                  <a:pt x="3648076" y="3752850"/>
                </a:cubicBezTo>
                <a:lnTo>
                  <a:pt x="76199" y="3752850"/>
                </a:lnTo>
                <a:cubicBezTo>
                  <a:pt x="34115" y="3752850"/>
                  <a:pt x="0" y="3718735"/>
                  <a:pt x="0" y="36766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238381" y="16668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55075" y="1619250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36000" y="2038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02662" y="20383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55100" y="203835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Test Generation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55100" y="2266950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comprehensive test suites from API specs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36000" y="2571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02662" y="25717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55100" y="2571750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Execution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55100" y="2800350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Prioritizes and schedules tests based on impact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36000" y="3105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02662" y="31051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55100" y="31051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Self-Healing Scripts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55100" y="333375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Adapts to API changes automatically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36000" y="3638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202662" y="36385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55100" y="363855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Cause Analysis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55100" y="386715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Diagnoses failures and suggests fixes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64550" y="5372100"/>
            <a:ext cx="3743325" cy="1409700"/>
          </a:xfrm>
          <a:custGeom>
            <a:avLst/>
            <a:gdLst/>
            <a:ahLst/>
            <a:cxnLst/>
            <a:rect l="l" t="t" r="r" b="b"/>
            <a:pathLst>
              <a:path w="3743325" h="1409700">
                <a:moveTo>
                  <a:pt x="76194" y="0"/>
                </a:moveTo>
                <a:lnTo>
                  <a:pt x="3667131" y="0"/>
                </a:lnTo>
                <a:cubicBezTo>
                  <a:pt x="3709183" y="0"/>
                  <a:pt x="3743325" y="34142"/>
                  <a:pt x="3743325" y="76194"/>
                </a:cubicBezTo>
                <a:lnTo>
                  <a:pt x="3743325" y="1333506"/>
                </a:lnTo>
                <a:cubicBezTo>
                  <a:pt x="3743325" y="1375587"/>
                  <a:pt x="3709212" y="1409700"/>
                  <a:pt x="366713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240762" y="5572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436025" y="5524500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45512" y="58674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83612" y="6248400"/>
            <a:ext cx="1733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Reduction in test creation time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923413" y="58674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3x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961513" y="624840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test execution cycles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417286"/>
            <a:ext cx="72571" cy="435429"/>
          </a:xfrm>
          <a:custGeom>
            <a:avLst/>
            <a:gdLst/>
            <a:ahLst/>
            <a:cxnLst/>
            <a:rect l="l" t="t" r="r" b="b"/>
            <a:pathLst>
              <a:path w="72571" h="435429">
                <a:moveTo>
                  <a:pt x="0" y="0"/>
                </a:moveTo>
                <a:lnTo>
                  <a:pt x="72571" y="0"/>
                </a:lnTo>
                <a:lnTo>
                  <a:pt x="72571" y="435429"/>
                </a:lnTo>
                <a:lnTo>
                  <a:pt x="0" y="43542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4286" y="362857"/>
            <a:ext cx="64044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kern="0" spc="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4286" y="544286"/>
            <a:ext cx="6504214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Architecture: Multi-Agent 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4286" y="979714"/>
            <a:ext cx="1136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Orchestrated pipeline of specialized AI agents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1929" y="1315357"/>
            <a:ext cx="8536214" cy="5533571"/>
          </a:xfrm>
          <a:custGeom>
            <a:avLst/>
            <a:gdLst/>
            <a:ahLst/>
            <a:cxnLst/>
            <a:rect l="l" t="t" r="r" b="b"/>
            <a:pathLst>
              <a:path w="8536214" h="5533571">
                <a:moveTo>
                  <a:pt x="72545" y="0"/>
                </a:moveTo>
                <a:lnTo>
                  <a:pt x="8463669" y="0"/>
                </a:lnTo>
                <a:cubicBezTo>
                  <a:pt x="8503735" y="0"/>
                  <a:pt x="8536214" y="32480"/>
                  <a:pt x="8536214" y="72545"/>
                </a:cubicBezTo>
                <a:lnTo>
                  <a:pt x="8536214" y="5461026"/>
                </a:lnTo>
                <a:cubicBezTo>
                  <a:pt x="8536214" y="5501092"/>
                  <a:pt x="8503735" y="5533571"/>
                  <a:pt x="8463669" y="5533571"/>
                </a:cubicBezTo>
                <a:lnTo>
                  <a:pt x="72545" y="5533571"/>
                </a:lnTo>
                <a:cubicBezTo>
                  <a:pt x="32480" y="5533571"/>
                  <a:pt x="0" y="5501092"/>
                  <a:pt x="0" y="5461026"/>
                </a:cubicBezTo>
                <a:lnTo>
                  <a:pt x="0" y="72545"/>
                </a:lnTo>
                <a:cubicBezTo>
                  <a:pt x="0" y="32506"/>
                  <a:pt x="32506" y="0"/>
                  <a:pt x="72545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4500" y="1433286"/>
            <a:ext cx="8391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9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Agent Pipeline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857" y="1850571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9536" y="1977571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110345" y="11339"/>
                </a:moveTo>
                <a:lnTo>
                  <a:pt x="113393" y="11339"/>
                </a:lnTo>
                <a:cubicBezTo>
                  <a:pt x="125902" y="11339"/>
                  <a:pt x="136071" y="21509"/>
                  <a:pt x="136071" y="34018"/>
                </a:cubicBezTo>
                <a:lnTo>
                  <a:pt x="136071" y="158750"/>
                </a:lnTo>
                <a:cubicBezTo>
                  <a:pt x="136071" y="171259"/>
                  <a:pt x="125902" y="181429"/>
                  <a:pt x="113393" y="181429"/>
                </a:cubicBezTo>
                <a:lnTo>
                  <a:pt x="22679" y="181429"/>
                </a:lnTo>
                <a:cubicBezTo>
                  <a:pt x="10170" y="181429"/>
                  <a:pt x="0" y="171259"/>
                  <a:pt x="0" y="158750"/>
                </a:cubicBezTo>
                <a:lnTo>
                  <a:pt x="0" y="34018"/>
                </a:lnTo>
                <a:cubicBezTo>
                  <a:pt x="0" y="21509"/>
                  <a:pt x="10170" y="11339"/>
                  <a:pt x="22679" y="11339"/>
                </a:cubicBezTo>
                <a:lnTo>
                  <a:pt x="25726" y="11339"/>
                </a:lnTo>
                <a:cubicBezTo>
                  <a:pt x="29624" y="4571"/>
                  <a:pt x="36959" y="0"/>
                  <a:pt x="45357" y="0"/>
                </a:cubicBezTo>
                <a:lnTo>
                  <a:pt x="90714" y="0"/>
                </a:lnTo>
                <a:cubicBezTo>
                  <a:pt x="99112" y="0"/>
                  <a:pt x="106448" y="4571"/>
                  <a:pt x="110345" y="11339"/>
                </a:cubicBezTo>
                <a:close/>
                <a:moveTo>
                  <a:pt x="87879" y="39688"/>
                </a:moveTo>
                <a:cubicBezTo>
                  <a:pt x="92592" y="39688"/>
                  <a:pt x="96384" y="35896"/>
                  <a:pt x="96384" y="31183"/>
                </a:cubicBezTo>
                <a:cubicBezTo>
                  <a:pt x="96384" y="26470"/>
                  <a:pt x="92592" y="22679"/>
                  <a:pt x="87879" y="22679"/>
                </a:cubicBezTo>
                <a:lnTo>
                  <a:pt x="48192" y="22679"/>
                </a:lnTo>
                <a:cubicBezTo>
                  <a:pt x="43479" y="22679"/>
                  <a:pt x="39688" y="26470"/>
                  <a:pt x="39688" y="31183"/>
                </a:cubicBezTo>
                <a:cubicBezTo>
                  <a:pt x="39688" y="35896"/>
                  <a:pt x="43479" y="39688"/>
                  <a:pt x="48192" y="39688"/>
                </a:cubicBezTo>
                <a:lnTo>
                  <a:pt x="87879" y="39688"/>
                </a:lnTo>
                <a:close/>
                <a:moveTo>
                  <a:pt x="45357" y="90714"/>
                </a:moveTo>
                <a:cubicBezTo>
                  <a:pt x="45357" y="84456"/>
                  <a:pt x="40276" y="79375"/>
                  <a:pt x="34018" y="79375"/>
                </a:cubicBezTo>
                <a:cubicBezTo>
                  <a:pt x="27760" y="79375"/>
                  <a:pt x="22679" y="84456"/>
                  <a:pt x="22679" y="90714"/>
                </a:cubicBezTo>
                <a:cubicBezTo>
                  <a:pt x="22679" y="96973"/>
                  <a:pt x="27760" y="102054"/>
                  <a:pt x="34018" y="102054"/>
                </a:cubicBezTo>
                <a:cubicBezTo>
                  <a:pt x="40276" y="102054"/>
                  <a:pt x="45357" y="96973"/>
                  <a:pt x="45357" y="90714"/>
                </a:cubicBezTo>
                <a:close/>
                <a:moveTo>
                  <a:pt x="56696" y="90714"/>
                </a:moveTo>
                <a:cubicBezTo>
                  <a:pt x="56696" y="95427"/>
                  <a:pt x="60488" y="99219"/>
                  <a:pt x="65201" y="99219"/>
                </a:cubicBezTo>
                <a:lnTo>
                  <a:pt x="104888" y="99219"/>
                </a:lnTo>
                <a:cubicBezTo>
                  <a:pt x="109601" y="99219"/>
                  <a:pt x="113393" y="95427"/>
                  <a:pt x="113393" y="90714"/>
                </a:cubicBezTo>
                <a:cubicBezTo>
                  <a:pt x="113393" y="86001"/>
                  <a:pt x="109601" y="82210"/>
                  <a:pt x="104888" y="82210"/>
                </a:cubicBezTo>
                <a:lnTo>
                  <a:pt x="65201" y="82210"/>
                </a:lnTo>
                <a:cubicBezTo>
                  <a:pt x="60488" y="82210"/>
                  <a:pt x="56696" y="86001"/>
                  <a:pt x="56696" y="90714"/>
                </a:cubicBezTo>
                <a:close/>
                <a:moveTo>
                  <a:pt x="56696" y="136071"/>
                </a:moveTo>
                <a:cubicBezTo>
                  <a:pt x="56696" y="140784"/>
                  <a:pt x="60488" y="144576"/>
                  <a:pt x="65201" y="144576"/>
                </a:cubicBezTo>
                <a:lnTo>
                  <a:pt x="104888" y="144576"/>
                </a:lnTo>
                <a:cubicBezTo>
                  <a:pt x="109601" y="144576"/>
                  <a:pt x="113393" y="140784"/>
                  <a:pt x="113393" y="136071"/>
                </a:cubicBezTo>
                <a:cubicBezTo>
                  <a:pt x="113393" y="131359"/>
                  <a:pt x="109601" y="127567"/>
                  <a:pt x="104888" y="127567"/>
                </a:cubicBezTo>
                <a:lnTo>
                  <a:pt x="65201" y="127567"/>
                </a:lnTo>
                <a:cubicBezTo>
                  <a:pt x="60488" y="127567"/>
                  <a:pt x="56696" y="131359"/>
                  <a:pt x="56696" y="136071"/>
                </a:cubicBezTo>
                <a:close/>
                <a:moveTo>
                  <a:pt x="34018" y="147411"/>
                </a:moveTo>
                <a:cubicBezTo>
                  <a:pt x="40276" y="147411"/>
                  <a:pt x="45357" y="142330"/>
                  <a:pt x="45357" y="136071"/>
                </a:cubicBezTo>
                <a:cubicBezTo>
                  <a:pt x="45357" y="129813"/>
                  <a:pt x="40276" y="124732"/>
                  <a:pt x="34018" y="124732"/>
                </a:cubicBezTo>
                <a:cubicBezTo>
                  <a:pt x="27760" y="124732"/>
                  <a:pt x="22679" y="129813"/>
                  <a:pt x="22679" y="136071"/>
                </a:cubicBezTo>
                <a:cubicBezTo>
                  <a:pt x="22679" y="142330"/>
                  <a:pt x="27760" y="147411"/>
                  <a:pt x="34018" y="1474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2286" y="1759857"/>
            <a:ext cx="7737929" cy="616857"/>
          </a:xfrm>
          <a:custGeom>
            <a:avLst/>
            <a:gdLst/>
            <a:ahLst/>
            <a:cxnLst/>
            <a:rect l="l" t="t" r="r" b="b"/>
            <a:pathLst>
              <a:path w="7737929" h="616857">
                <a:moveTo>
                  <a:pt x="36286" y="0"/>
                </a:moveTo>
                <a:lnTo>
                  <a:pt x="7665355" y="0"/>
                </a:lnTo>
                <a:cubicBezTo>
                  <a:pt x="7705436" y="0"/>
                  <a:pt x="7737929" y="32492"/>
                  <a:pt x="7737929" y="72573"/>
                </a:cubicBezTo>
                <a:lnTo>
                  <a:pt x="7737929" y="544284"/>
                </a:lnTo>
                <a:cubicBezTo>
                  <a:pt x="7737929" y="584365"/>
                  <a:pt x="7705436" y="616857"/>
                  <a:pt x="7665355" y="616857"/>
                </a:cubicBez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2286" y="1759857"/>
            <a:ext cx="36286" cy="616857"/>
          </a:xfrm>
          <a:custGeom>
            <a:avLst/>
            <a:gdLst/>
            <a:ahLst/>
            <a:cxnLst/>
            <a:rect l="l" t="t" r="r" b="b"/>
            <a:pathLst>
              <a:path w="36286" h="616857">
                <a:moveTo>
                  <a:pt x="36286" y="0"/>
                </a:moveTo>
                <a:lnTo>
                  <a:pt x="36286" y="0"/>
                </a:lnTo>
                <a:lnTo>
                  <a:pt x="36286" y="616857"/>
                </a:ln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1832429"/>
            <a:ext cx="11157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1. Planner Agent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61879" y="1868714"/>
            <a:ext cx="752929" cy="181429"/>
          </a:xfrm>
          <a:custGeom>
            <a:avLst/>
            <a:gdLst/>
            <a:ahLst/>
            <a:cxnLst/>
            <a:rect l="l" t="t" r="r" b="b"/>
            <a:pathLst>
              <a:path w="752929" h="181429">
                <a:moveTo>
                  <a:pt x="90714" y="0"/>
                </a:moveTo>
                <a:lnTo>
                  <a:pt x="662214" y="0"/>
                </a:lnTo>
                <a:cubicBezTo>
                  <a:pt x="712314" y="0"/>
                  <a:pt x="752929" y="40614"/>
                  <a:pt x="752929" y="90714"/>
                </a:cubicBezTo>
                <a:lnTo>
                  <a:pt x="752929" y="90714"/>
                </a:lnTo>
                <a:cubicBezTo>
                  <a:pt x="752929" y="140814"/>
                  <a:pt x="712314" y="181429"/>
                  <a:pt x="662214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61879" y="1868714"/>
            <a:ext cx="807357" cy="181429"/>
          </a:xfrm>
          <a:prstGeom prst="rect">
            <a:avLst/>
          </a:prstGeom>
          <a:noFill/>
          <a:ln/>
        </p:spPr>
        <p:txBody>
          <a:bodyPr wrap="square" lIns="72571" tIns="18143" rIns="72571" bIns="18143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122714"/>
            <a:ext cx="7638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Coordinates workflow, manages agent state, and ensures sequential execution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2413000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9857" y="2721429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9536" y="2848429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22679" y="0"/>
                </a:moveTo>
                <a:cubicBezTo>
                  <a:pt x="10170" y="0"/>
                  <a:pt x="0" y="10170"/>
                  <a:pt x="0" y="22679"/>
                </a:cubicBezTo>
                <a:lnTo>
                  <a:pt x="0" y="107723"/>
                </a:lnTo>
                <a:lnTo>
                  <a:pt x="64528" y="107723"/>
                </a:lnTo>
                <a:lnTo>
                  <a:pt x="53543" y="96738"/>
                </a:lnTo>
                <a:cubicBezTo>
                  <a:pt x="50212" y="93407"/>
                  <a:pt x="50212" y="88021"/>
                  <a:pt x="53543" y="84726"/>
                </a:cubicBezTo>
                <a:cubicBezTo>
                  <a:pt x="56874" y="81430"/>
                  <a:pt x="62260" y="81395"/>
                  <a:pt x="65555" y="84726"/>
                </a:cubicBezTo>
                <a:lnTo>
                  <a:pt x="91069" y="110239"/>
                </a:lnTo>
                <a:cubicBezTo>
                  <a:pt x="94400" y="113570"/>
                  <a:pt x="94400" y="118956"/>
                  <a:pt x="91069" y="122252"/>
                </a:cubicBezTo>
                <a:lnTo>
                  <a:pt x="65555" y="147765"/>
                </a:lnTo>
                <a:cubicBezTo>
                  <a:pt x="62224" y="151096"/>
                  <a:pt x="56838" y="151096"/>
                  <a:pt x="53543" y="147765"/>
                </a:cubicBezTo>
                <a:cubicBezTo>
                  <a:pt x="50247" y="144434"/>
                  <a:pt x="50212" y="139048"/>
                  <a:pt x="53543" y="135753"/>
                </a:cubicBezTo>
                <a:lnTo>
                  <a:pt x="64528" y="124768"/>
                </a:lnTo>
                <a:lnTo>
                  <a:pt x="0" y="124768"/>
                </a:lnTo>
                <a:lnTo>
                  <a:pt x="0" y="158785"/>
                </a:lnTo>
                <a:cubicBezTo>
                  <a:pt x="0" y="171294"/>
                  <a:pt x="10170" y="181464"/>
                  <a:pt x="22679" y="181464"/>
                </a:cubicBezTo>
                <a:lnTo>
                  <a:pt x="113393" y="181464"/>
                </a:lnTo>
                <a:cubicBezTo>
                  <a:pt x="125902" y="181464"/>
                  <a:pt x="136071" y="171294"/>
                  <a:pt x="136071" y="158785"/>
                </a:cubicBezTo>
                <a:lnTo>
                  <a:pt x="136071" y="60453"/>
                </a:lnTo>
                <a:cubicBezTo>
                  <a:pt x="136071" y="54429"/>
                  <a:pt x="133697" y="48653"/>
                  <a:pt x="129445" y="44400"/>
                </a:cubicBezTo>
                <a:lnTo>
                  <a:pt x="91671" y="6626"/>
                </a:lnTo>
                <a:cubicBezTo>
                  <a:pt x="87419" y="2374"/>
                  <a:pt x="81678" y="0"/>
                  <a:pt x="75654" y="0"/>
                </a:cubicBezTo>
                <a:lnTo>
                  <a:pt x="22679" y="0"/>
                </a:lnTo>
                <a:close/>
                <a:moveTo>
                  <a:pt x="115342" y="62366"/>
                </a:moveTo>
                <a:lnTo>
                  <a:pt x="82210" y="62366"/>
                </a:lnTo>
                <a:cubicBezTo>
                  <a:pt x="77497" y="62366"/>
                  <a:pt x="73705" y="58574"/>
                  <a:pt x="73705" y="53862"/>
                </a:cubicBezTo>
                <a:lnTo>
                  <a:pt x="73705" y="20730"/>
                </a:lnTo>
                <a:lnTo>
                  <a:pt x="115342" y="6236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2286" y="2630714"/>
            <a:ext cx="7737929" cy="616857"/>
          </a:xfrm>
          <a:custGeom>
            <a:avLst/>
            <a:gdLst/>
            <a:ahLst/>
            <a:cxnLst/>
            <a:rect l="l" t="t" r="r" b="b"/>
            <a:pathLst>
              <a:path w="7737929" h="616857">
                <a:moveTo>
                  <a:pt x="36286" y="0"/>
                </a:moveTo>
                <a:lnTo>
                  <a:pt x="7665355" y="0"/>
                </a:lnTo>
                <a:cubicBezTo>
                  <a:pt x="7705436" y="0"/>
                  <a:pt x="7737929" y="32492"/>
                  <a:pt x="7737929" y="72573"/>
                </a:cubicBezTo>
                <a:lnTo>
                  <a:pt x="7737929" y="544284"/>
                </a:lnTo>
                <a:cubicBezTo>
                  <a:pt x="7737929" y="584365"/>
                  <a:pt x="7705436" y="616857"/>
                  <a:pt x="7665355" y="616857"/>
                </a:cubicBez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2286" y="2630714"/>
            <a:ext cx="36286" cy="616857"/>
          </a:xfrm>
          <a:custGeom>
            <a:avLst/>
            <a:gdLst/>
            <a:ahLst/>
            <a:cxnLst/>
            <a:rect l="l" t="t" r="r" b="b"/>
            <a:pathLst>
              <a:path w="36286" h="616857">
                <a:moveTo>
                  <a:pt x="36286" y="0"/>
                </a:moveTo>
                <a:lnTo>
                  <a:pt x="36286" y="0"/>
                </a:lnTo>
                <a:lnTo>
                  <a:pt x="36286" y="616857"/>
                </a:ln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2703286"/>
            <a:ext cx="15965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 Spec Ingestion Agent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64213" y="2739571"/>
            <a:ext cx="453571" cy="181429"/>
          </a:xfrm>
          <a:custGeom>
            <a:avLst/>
            <a:gdLst/>
            <a:ahLst/>
            <a:cxnLst/>
            <a:rect l="l" t="t" r="r" b="b"/>
            <a:pathLst>
              <a:path w="453571" h="181429">
                <a:moveTo>
                  <a:pt x="90714" y="0"/>
                </a:moveTo>
                <a:lnTo>
                  <a:pt x="362857" y="0"/>
                </a:lnTo>
                <a:cubicBezTo>
                  <a:pt x="412957" y="0"/>
                  <a:pt x="453571" y="40614"/>
                  <a:pt x="453571" y="90714"/>
                </a:cubicBezTo>
                <a:lnTo>
                  <a:pt x="453571" y="90714"/>
                </a:lnTo>
                <a:cubicBezTo>
                  <a:pt x="453571" y="140814"/>
                  <a:pt x="412957" y="181429"/>
                  <a:pt x="362857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64213" y="2739571"/>
            <a:ext cx="508000" cy="181429"/>
          </a:xfrm>
          <a:prstGeom prst="rect">
            <a:avLst/>
          </a:prstGeom>
          <a:noFill/>
          <a:ln/>
        </p:spPr>
        <p:txBody>
          <a:bodyPr wrap="square" lIns="72571" tIns="18143" rIns="72571" bIns="18143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2993571"/>
            <a:ext cx="7638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 Swagger, Excel, JSON specs and extracts API metadata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0" y="3283857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857" y="3592286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9536" y="3719286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103790" y="136071"/>
                </a:moveTo>
                <a:cubicBezTo>
                  <a:pt x="106377" y="128169"/>
                  <a:pt x="111550" y="121011"/>
                  <a:pt x="117397" y="114846"/>
                </a:cubicBezTo>
                <a:cubicBezTo>
                  <a:pt x="128984" y="102656"/>
                  <a:pt x="136071" y="86179"/>
                  <a:pt x="136071" y="68036"/>
                </a:cubicBezTo>
                <a:cubicBezTo>
                  <a:pt x="136071" y="30474"/>
                  <a:pt x="105597" y="0"/>
                  <a:pt x="68036" y="0"/>
                </a:cubicBezTo>
                <a:cubicBezTo>
                  <a:pt x="30474" y="0"/>
                  <a:pt x="0" y="30474"/>
                  <a:pt x="0" y="68036"/>
                </a:cubicBezTo>
                <a:cubicBezTo>
                  <a:pt x="0" y="86179"/>
                  <a:pt x="7087" y="102656"/>
                  <a:pt x="18674" y="114846"/>
                </a:cubicBezTo>
                <a:cubicBezTo>
                  <a:pt x="24521" y="121011"/>
                  <a:pt x="29730" y="128169"/>
                  <a:pt x="32282" y="136071"/>
                </a:cubicBezTo>
                <a:lnTo>
                  <a:pt x="103754" y="136071"/>
                </a:lnTo>
                <a:close/>
                <a:moveTo>
                  <a:pt x="102054" y="153080"/>
                </a:moveTo>
                <a:lnTo>
                  <a:pt x="34018" y="153080"/>
                </a:lnTo>
                <a:lnTo>
                  <a:pt x="34018" y="158750"/>
                </a:lnTo>
                <a:cubicBezTo>
                  <a:pt x="34018" y="174412"/>
                  <a:pt x="46704" y="187098"/>
                  <a:pt x="62366" y="187098"/>
                </a:cubicBezTo>
                <a:lnTo>
                  <a:pt x="73705" y="187098"/>
                </a:lnTo>
                <a:cubicBezTo>
                  <a:pt x="89368" y="187098"/>
                  <a:pt x="102054" y="174412"/>
                  <a:pt x="102054" y="158750"/>
                </a:cubicBezTo>
                <a:lnTo>
                  <a:pt x="102054" y="153080"/>
                </a:lnTo>
                <a:close/>
                <a:moveTo>
                  <a:pt x="65201" y="39688"/>
                </a:moveTo>
                <a:cubicBezTo>
                  <a:pt x="51098" y="39688"/>
                  <a:pt x="39688" y="51098"/>
                  <a:pt x="39688" y="65201"/>
                </a:cubicBezTo>
                <a:cubicBezTo>
                  <a:pt x="39688" y="69914"/>
                  <a:pt x="35896" y="73705"/>
                  <a:pt x="31183" y="73705"/>
                </a:cubicBezTo>
                <a:cubicBezTo>
                  <a:pt x="26470" y="73705"/>
                  <a:pt x="22679" y="69914"/>
                  <a:pt x="22679" y="65201"/>
                </a:cubicBezTo>
                <a:cubicBezTo>
                  <a:pt x="22679" y="41707"/>
                  <a:pt x="41707" y="22679"/>
                  <a:pt x="65201" y="22679"/>
                </a:cubicBezTo>
                <a:cubicBezTo>
                  <a:pt x="69914" y="22679"/>
                  <a:pt x="73705" y="26470"/>
                  <a:pt x="73705" y="31183"/>
                </a:cubicBezTo>
                <a:cubicBezTo>
                  <a:pt x="73705" y="35896"/>
                  <a:pt x="69914" y="39688"/>
                  <a:pt x="65201" y="396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52286" y="3501571"/>
            <a:ext cx="7737929" cy="616857"/>
          </a:xfrm>
          <a:custGeom>
            <a:avLst/>
            <a:gdLst/>
            <a:ahLst/>
            <a:cxnLst/>
            <a:rect l="l" t="t" r="r" b="b"/>
            <a:pathLst>
              <a:path w="7737929" h="616857">
                <a:moveTo>
                  <a:pt x="36286" y="0"/>
                </a:moveTo>
                <a:lnTo>
                  <a:pt x="7665355" y="0"/>
                </a:lnTo>
                <a:cubicBezTo>
                  <a:pt x="7705436" y="0"/>
                  <a:pt x="7737929" y="32492"/>
                  <a:pt x="7737929" y="72573"/>
                </a:cubicBezTo>
                <a:lnTo>
                  <a:pt x="7737929" y="544284"/>
                </a:lnTo>
                <a:cubicBezTo>
                  <a:pt x="7737929" y="584365"/>
                  <a:pt x="7705436" y="616857"/>
                  <a:pt x="7665355" y="616857"/>
                </a:cubicBez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52286" y="3501571"/>
            <a:ext cx="36286" cy="616857"/>
          </a:xfrm>
          <a:custGeom>
            <a:avLst/>
            <a:gdLst/>
            <a:ahLst/>
            <a:cxnLst/>
            <a:rect l="l" t="t" r="r" b="b"/>
            <a:pathLst>
              <a:path w="36286" h="616857">
                <a:moveTo>
                  <a:pt x="36286" y="0"/>
                </a:moveTo>
                <a:lnTo>
                  <a:pt x="36286" y="0"/>
                </a:lnTo>
                <a:lnTo>
                  <a:pt x="36286" y="616857"/>
                </a:ln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0" y="3574143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3. Test Case Generator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10777" y="3610429"/>
            <a:ext cx="508000" cy="181429"/>
          </a:xfrm>
          <a:custGeom>
            <a:avLst/>
            <a:gdLst/>
            <a:ahLst/>
            <a:cxnLst/>
            <a:rect l="l" t="t" r="r" b="b"/>
            <a:pathLst>
              <a:path w="508000" h="181429">
                <a:moveTo>
                  <a:pt x="90714" y="0"/>
                </a:moveTo>
                <a:lnTo>
                  <a:pt x="417286" y="0"/>
                </a:lnTo>
                <a:cubicBezTo>
                  <a:pt x="467386" y="0"/>
                  <a:pt x="508000" y="40614"/>
                  <a:pt x="508000" y="90714"/>
                </a:cubicBezTo>
                <a:lnTo>
                  <a:pt x="508000" y="90714"/>
                </a:lnTo>
                <a:cubicBezTo>
                  <a:pt x="508000" y="140814"/>
                  <a:pt x="467386" y="181429"/>
                  <a:pt x="417286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10777" y="3610429"/>
            <a:ext cx="562429" cy="181429"/>
          </a:xfrm>
          <a:prstGeom prst="rect">
            <a:avLst/>
          </a:prstGeom>
          <a:noFill/>
          <a:ln/>
        </p:spPr>
        <p:txBody>
          <a:bodyPr wrap="square" lIns="72571" tIns="18143" rIns="72571" bIns="18143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3864429"/>
            <a:ext cx="7638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Generates comprehensive test scenarios using LLM reasoning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0" y="4154714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9857" y="4463143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5518" y="4590143"/>
            <a:ext cx="204107" cy="181429"/>
          </a:xfrm>
          <a:custGeom>
            <a:avLst/>
            <a:gdLst/>
            <a:ahLst/>
            <a:cxnLst/>
            <a:rect l="l" t="t" r="r" b="b"/>
            <a:pathLst>
              <a:path w="204107" h="181429">
                <a:moveTo>
                  <a:pt x="127850" y="425"/>
                </a:moveTo>
                <a:cubicBezTo>
                  <a:pt x="121826" y="-1311"/>
                  <a:pt x="115554" y="2197"/>
                  <a:pt x="113818" y="8221"/>
                </a:cubicBezTo>
                <a:lnTo>
                  <a:pt x="68461" y="166971"/>
                </a:lnTo>
                <a:cubicBezTo>
                  <a:pt x="66725" y="172995"/>
                  <a:pt x="70233" y="179267"/>
                  <a:pt x="76257" y="181003"/>
                </a:cubicBezTo>
                <a:cubicBezTo>
                  <a:pt x="82281" y="182740"/>
                  <a:pt x="88553" y="179232"/>
                  <a:pt x="90289" y="173208"/>
                </a:cubicBezTo>
                <a:lnTo>
                  <a:pt x="135646" y="14458"/>
                </a:lnTo>
                <a:cubicBezTo>
                  <a:pt x="137383" y="8434"/>
                  <a:pt x="133874" y="2162"/>
                  <a:pt x="127850" y="425"/>
                </a:cubicBezTo>
                <a:close/>
                <a:moveTo>
                  <a:pt x="150742" y="48653"/>
                </a:moveTo>
                <a:cubicBezTo>
                  <a:pt x="146312" y="53082"/>
                  <a:pt x="146312" y="60275"/>
                  <a:pt x="150742" y="64705"/>
                </a:cubicBezTo>
                <a:lnTo>
                  <a:pt x="176751" y="90714"/>
                </a:lnTo>
                <a:lnTo>
                  <a:pt x="150742" y="116724"/>
                </a:lnTo>
                <a:cubicBezTo>
                  <a:pt x="146312" y="121153"/>
                  <a:pt x="146312" y="128347"/>
                  <a:pt x="150742" y="132776"/>
                </a:cubicBezTo>
                <a:cubicBezTo>
                  <a:pt x="155171" y="137205"/>
                  <a:pt x="162364" y="137205"/>
                  <a:pt x="166794" y="132776"/>
                </a:cubicBezTo>
                <a:lnTo>
                  <a:pt x="200812" y="98758"/>
                </a:lnTo>
                <a:cubicBezTo>
                  <a:pt x="205241" y="94329"/>
                  <a:pt x="205241" y="87135"/>
                  <a:pt x="200812" y="82706"/>
                </a:cubicBezTo>
                <a:lnTo>
                  <a:pt x="166794" y="48688"/>
                </a:lnTo>
                <a:cubicBezTo>
                  <a:pt x="162364" y="44259"/>
                  <a:pt x="155171" y="44259"/>
                  <a:pt x="150742" y="48688"/>
                </a:cubicBezTo>
                <a:close/>
                <a:moveTo>
                  <a:pt x="53401" y="48653"/>
                </a:moveTo>
                <a:cubicBezTo>
                  <a:pt x="48972" y="44223"/>
                  <a:pt x="41778" y="44223"/>
                  <a:pt x="37349" y="48653"/>
                </a:cubicBezTo>
                <a:lnTo>
                  <a:pt x="3331" y="82670"/>
                </a:lnTo>
                <a:cubicBezTo>
                  <a:pt x="-1098" y="87100"/>
                  <a:pt x="-1098" y="94293"/>
                  <a:pt x="3331" y="98723"/>
                </a:cubicBezTo>
                <a:lnTo>
                  <a:pt x="37349" y="132741"/>
                </a:lnTo>
                <a:cubicBezTo>
                  <a:pt x="41778" y="137170"/>
                  <a:pt x="48972" y="137170"/>
                  <a:pt x="53401" y="132741"/>
                </a:cubicBezTo>
                <a:cubicBezTo>
                  <a:pt x="57830" y="128311"/>
                  <a:pt x="57830" y="121118"/>
                  <a:pt x="53401" y="116688"/>
                </a:cubicBezTo>
                <a:lnTo>
                  <a:pt x="27391" y="90714"/>
                </a:lnTo>
                <a:lnTo>
                  <a:pt x="53366" y="64705"/>
                </a:lnTo>
                <a:cubicBezTo>
                  <a:pt x="57795" y="60275"/>
                  <a:pt x="57795" y="53082"/>
                  <a:pt x="53366" y="486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52286" y="4372429"/>
            <a:ext cx="7737929" cy="616857"/>
          </a:xfrm>
          <a:custGeom>
            <a:avLst/>
            <a:gdLst/>
            <a:ahLst/>
            <a:cxnLst/>
            <a:rect l="l" t="t" r="r" b="b"/>
            <a:pathLst>
              <a:path w="7737929" h="616857">
                <a:moveTo>
                  <a:pt x="36286" y="0"/>
                </a:moveTo>
                <a:lnTo>
                  <a:pt x="7665355" y="0"/>
                </a:lnTo>
                <a:cubicBezTo>
                  <a:pt x="7705436" y="0"/>
                  <a:pt x="7737929" y="32492"/>
                  <a:pt x="7737929" y="72573"/>
                </a:cubicBezTo>
                <a:lnTo>
                  <a:pt x="7737929" y="544284"/>
                </a:lnTo>
                <a:cubicBezTo>
                  <a:pt x="7737929" y="584365"/>
                  <a:pt x="7705436" y="616857"/>
                  <a:pt x="7665355" y="616857"/>
                </a:cubicBez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52286" y="4372429"/>
            <a:ext cx="36286" cy="616857"/>
          </a:xfrm>
          <a:custGeom>
            <a:avLst/>
            <a:gdLst/>
            <a:ahLst/>
            <a:cxnLst/>
            <a:rect l="l" t="t" r="r" b="b"/>
            <a:pathLst>
              <a:path w="36286" h="616857">
                <a:moveTo>
                  <a:pt x="36286" y="0"/>
                </a:moveTo>
                <a:lnTo>
                  <a:pt x="36286" y="0"/>
                </a:lnTo>
                <a:lnTo>
                  <a:pt x="36286" y="616857"/>
                </a:ln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43000" y="4445000"/>
            <a:ext cx="13062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4. Script Generator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35298" y="4481286"/>
            <a:ext cx="480786" cy="181429"/>
          </a:xfrm>
          <a:custGeom>
            <a:avLst/>
            <a:gdLst/>
            <a:ahLst/>
            <a:cxnLst/>
            <a:rect l="l" t="t" r="r" b="b"/>
            <a:pathLst>
              <a:path w="480786" h="181429">
                <a:moveTo>
                  <a:pt x="90714" y="0"/>
                </a:moveTo>
                <a:lnTo>
                  <a:pt x="390071" y="0"/>
                </a:lnTo>
                <a:cubicBezTo>
                  <a:pt x="440172" y="0"/>
                  <a:pt x="480786" y="40614"/>
                  <a:pt x="480786" y="90714"/>
                </a:cubicBezTo>
                <a:lnTo>
                  <a:pt x="480786" y="90714"/>
                </a:lnTo>
                <a:cubicBezTo>
                  <a:pt x="480786" y="140814"/>
                  <a:pt x="440172" y="181429"/>
                  <a:pt x="390071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35298" y="4481286"/>
            <a:ext cx="535214" cy="181429"/>
          </a:xfrm>
          <a:prstGeom prst="rect">
            <a:avLst/>
          </a:prstGeom>
          <a:noFill/>
          <a:ln/>
        </p:spPr>
        <p:txBody>
          <a:bodyPr wrap="square" lIns="72571" tIns="18143" rIns="72571" bIns="18143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3000" y="4735286"/>
            <a:ext cx="7638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Produces executable test scripts in Python/Playwright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0" y="5025571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9857" y="5334000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6857" y="5461000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0" y="90714"/>
                </a:moveTo>
                <a:cubicBezTo>
                  <a:pt x="0" y="40648"/>
                  <a:pt x="40648" y="0"/>
                  <a:pt x="90714" y="0"/>
                </a:cubicBezTo>
                <a:cubicBezTo>
                  <a:pt x="140781" y="0"/>
                  <a:pt x="181429" y="40648"/>
                  <a:pt x="181429" y="90714"/>
                </a:cubicBezTo>
                <a:cubicBezTo>
                  <a:pt x="181429" y="140781"/>
                  <a:pt x="140781" y="181429"/>
                  <a:pt x="90714" y="181429"/>
                </a:cubicBezTo>
                <a:cubicBezTo>
                  <a:pt x="40648" y="181429"/>
                  <a:pt x="0" y="140781"/>
                  <a:pt x="0" y="90714"/>
                </a:cubicBezTo>
                <a:close/>
                <a:moveTo>
                  <a:pt x="66725" y="52125"/>
                </a:moveTo>
                <a:cubicBezTo>
                  <a:pt x="64032" y="53614"/>
                  <a:pt x="62366" y="56484"/>
                  <a:pt x="62366" y="59531"/>
                </a:cubicBezTo>
                <a:lnTo>
                  <a:pt x="62366" y="121897"/>
                </a:lnTo>
                <a:cubicBezTo>
                  <a:pt x="62366" y="124980"/>
                  <a:pt x="64032" y="127815"/>
                  <a:pt x="66725" y="129303"/>
                </a:cubicBezTo>
                <a:cubicBezTo>
                  <a:pt x="69418" y="130792"/>
                  <a:pt x="72678" y="130756"/>
                  <a:pt x="75335" y="129126"/>
                </a:cubicBezTo>
                <a:lnTo>
                  <a:pt x="126362" y="97943"/>
                </a:lnTo>
                <a:cubicBezTo>
                  <a:pt x="128878" y="96384"/>
                  <a:pt x="130437" y="93655"/>
                  <a:pt x="130437" y="90679"/>
                </a:cubicBezTo>
                <a:cubicBezTo>
                  <a:pt x="130437" y="87702"/>
                  <a:pt x="128878" y="84974"/>
                  <a:pt x="126362" y="83415"/>
                </a:cubicBezTo>
                <a:lnTo>
                  <a:pt x="75335" y="52232"/>
                </a:lnTo>
                <a:cubicBezTo>
                  <a:pt x="72713" y="50637"/>
                  <a:pt x="69418" y="50566"/>
                  <a:pt x="66725" y="5205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52286" y="5243286"/>
            <a:ext cx="7737929" cy="616857"/>
          </a:xfrm>
          <a:custGeom>
            <a:avLst/>
            <a:gdLst/>
            <a:ahLst/>
            <a:cxnLst/>
            <a:rect l="l" t="t" r="r" b="b"/>
            <a:pathLst>
              <a:path w="7737929" h="616857">
                <a:moveTo>
                  <a:pt x="36286" y="0"/>
                </a:moveTo>
                <a:lnTo>
                  <a:pt x="7665355" y="0"/>
                </a:lnTo>
                <a:cubicBezTo>
                  <a:pt x="7705436" y="0"/>
                  <a:pt x="7737929" y="32492"/>
                  <a:pt x="7737929" y="72573"/>
                </a:cubicBezTo>
                <a:lnTo>
                  <a:pt x="7737929" y="544284"/>
                </a:lnTo>
                <a:cubicBezTo>
                  <a:pt x="7737929" y="584365"/>
                  <a:pt x="7705436" y="616857"/>
                  <a:pt x="7665355" y="616857"/>
                </a:cubicBez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52286" y="5243286"/>
            <a:ext cx="36286" cy="616857"/>
          </a:xfrm>
          <a:custGeom>
            <a:avLst/>
            <a:gdLst/>
            <a:ahLst/>
            <a:cxnLst/>
            <a:rect l="l" t="t" r="r" b="b"/>
            <a:pathLst>
              <a:path w="36286" h="616857">
                <a:moveTo>
                  <a:pt x="36286" y="0"/>
                </a:moveTo>
                <a:lnTo>
                  <a:pt x="36286" y="0"/>
                </a:lnTo>
                <a:lnTo>
                  <a:pt x="36286" y="616857"/>
                </a:ln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143000" y="5315857"/>
            <a:ext cx="1288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5. Execution Agent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30762" y="5352143"/>
            <a:ext cx="489857" cy="181429"/>
          </a:xfrm>
          <a:custGeom>
            <a:avLst/>
            <a:gdLst/>
            <a:ahLst/>
            <a:cxnLst/>
            <a:rect l="l" t="t" r="r" b="b"/>
            <a:pathLst>
              <a:path w="489857" h="181429">
                <a:moveTo>
                  <a:pt x="90714" y="0"/>
                </a:moveTo>
                <a:lnTo>
                  <a:pt x="399143" y="0"/>
                </a:lnTo>
                <a:cubicBezTo>
                  <a:pt x="449243" y="0"/>
                  <a:pt x="489857" y="40614"/>
                  <a:pt x="489857" y="90714"/>
                </a:cubicBezTo>
                <a:lnTo>
                  <a:pt x="489857" y="90714"/>
                </a:lnTo>
                <a:cubicBezTo>
                  <a:pt x="489857" y="140814"/>
                  <a:pt x="449243" y="181429"/>
                  <a:pt x="399143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30762" y="5352143"/>
            <a:ext cx="544286" cy="181429"/>
          </a:xfrm>
          <a:prstGeom prst="rect">
            <a:avLst/>
          </a:prstGeom>
          <a:noFill/>
          <a:ln/>
        </p:spPr>
        <p:txBody>
          <a:bodyPr wrap="square" lIns="72571" tIns="18143" rIns="72571" bIns="18143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43000" y="5606143"/>
            <a:ext cx="7638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Executes tests, captures results, and manages test environments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72000" y="5896429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9857" y="6204857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6857" y="6331857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47411" y="73705"/>
                </a:moveTo>
                <a:cubicBezTo>
                  <a:pt x="147411" y="89970"/>
                  <a:pt x="142131" y="104995"/>
                  <a:pt x="133237" y="117184"/>
                </a:cubicBezTo>
                <a:lnTo>
                  <a:pt x="178098" y="162081"/>
                </a:lnTo>
                <a:cubicBezTo>
                  <a:pt x="182527" y="166510"/>
                  <a:pt x="182527" y="173704"/>
                  <a:pt x="178098" y="178133"/>
                </a:cubicBezTo>
                <a:cubicBezTo>
                  <a:pt x="173668" y="182563"/>
                  <a:pt x="166475" y="182563"/>
                  <a:pt x="162045" y="178133"/>
                </a:cubicBezTo>
                <a:lnTo>
                  <a:pt x="117184" y="133237"/>
                </a:lnTo>
                <a:cubicBezTo>
                  <a:pt x="104995" y="142131"/>
                  <a:pt x="89970" y="147411"/>
                  <a:pt x="73705" y="147411"/>
                </a:cubicBezTo>
                <a:cubicBezTo>
                  <a:pt x="32990" y="147411"/>
                  <a:pt x="0" y="114420"/>
                  <a:pt x="0" y="73705"/>
                </a:cubicBezTo>
                <a:cubicBezTo>
                  <a:pt x="0" y="32990"/>
                  <a:pt x="32990" y="0"/>
                  <a:pt x="73705" y="0"/>
                </a:cubicBezTo>
                <a:cubicBezTo>
                  <a:pt x="114420" y="0"/>
                  <a:pt x="147411" y="32990"/>
                  <a:pt x="147411" y="73705"/>
                </a:cubicBezTo>
                <a:close/>
                <a:moveTo>
                  <a:pt x="73705" y="39688"/>
                </a:moveTo>
                <a:cubicBezTo>
                  <a:pt x="68992" y="39688"/>
                  <a:pt x="65201" y="43479"/>
                  <a:pt x="65201" y="48192"/>
                </a:cubicBezTo>
                <a:lnTo>
                  <a:pt x="65201" y="65201"/>
                </a:lnTo>
                <a:lnTo>
                  <a:pt x="48192" y="65201"/>
                </a:lnTo>
                <a:cubicBezTo>
                  <a:pt x="43479" y="65201"/>
                  <a:pt x="39688" y="68992"/>
                  <a:pt x="39688" y="73705"/>
                </a:cubicBezTo>
                <a:cubicBezTo>
                  <a:pt x="39688" y="78418"/>
                  <a:pt x="43479" y="82210"/>
                  <a:pt x="48192" y="82210"/>
                </a:cubicBezTo>
                <a:lnTo>
                  <a:pt x="65201" y="82210"/>
                </a:lnTo>
                <a:lnTo>
                  <a:pt x="65201" y="99219"/>
                </a:lnTo>
                <a:cubicBezTo>
                  <a:pt x="65201" y="103932"/>
                  <a:pt x="68992" y="107723"/>
                  <a:pt x="73705" y="107723"/>
                </a:cubicBezTo>
                <a:cubicBezTo>
                  <a:pt x="78418" y="107723"/>
                  <a:pt x="82210" y="103932"/>
                  <a:pt x="82210" y="99219"/>
                </a:cubicBezTo>
                <a:lnTo>
                  <a:pt x="82210" y="82210"/>
                </a:lnTo>
                <a:lnTo>
                  <a:pt x="99219" y="82210"/>
                </a:lnTo>
                <a:cubicBezTo>
                  <a:pt x="103932" y="82210"/>
                  <a:pt x="107723" y="78418"/>
                  <a:pt x="107723" y="73705"/>
                </a:cubicBezTo>
                <a:cubicBezTo>
                  <a:pt x="107723" y="68992"/>
                  <a:pt x="103932" y="65201"/>
                  <a:pt x="99219" y="65201"/>
                </a:cubicBezTo>
                <a:lnTo>
                  <a:pt x="82210" y="65201"/>
                </a:lnTo>
                <a:lnTo>
                  <a:pt x="82210" y="48192"/>
                </a:lnTo>
                <a:cubicBezTo>
                  <a:pt x="82210" y="43479"/>
                  <a:pt x="78418" y="39688"/>
                  <a:pt x="73705" y="396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52286" y="6114143"/>
            <a:ext cx="7737929" cy="616857"/>
          </a:xfrm>
          <a:custGeom>
            <a:avLst/>
            <a:gdLst/>
            <a:ahLst/>
            <a:cxnLst/>
            <a:rect l="l" t="t" r="r" b="b"/>
            <a:pathLst>
              <a:path w="7737929" h="616857">
                <a:moveTo>
                  <a:pt x="36286" y="0"/>
                </a:moveTo>
                <a:lnTo>
                  <a:pt x="7665355" y="0"/>
                </a:lnTo>
                <a:cubicBezTo>
                  <a:pt x="7705436" y="0"/>
                  <a:pt x="7737929" y="32492"/>
                  <a:pt x="7737929" y="72573"/>
                </a:cubicBezTo>
                <a:lnTo>
                  <a:pt x="7737929" y="544284"/>
                </a:lnTo>
                <a:cubicBezTo>
                  <a:pt x="7737929" y="584365"/>
                  <a:pt x="7705436" y="616857"/>
                  <a:pt x="7665355" y="616857"/>
                </a:cubicBez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52286" y="6114143"/>
            <a:ext cx="36286" cy="616857"/>
          </a:xfrm>
          <a:custGeom>
            <a:avLst/>
            <a:gdLst/>
            <a:ahLst/>
            <a:cxnLst/>
            <a:rect l="l" t="t" r="r" b="b"/>
            <a:pathLst>
              <a:path w="36286" h="616857">
                <a:moveTo>
                  <a:pt x="36286" y="0"/>
                </a:moveTo>
                <a:lnTo>
                  <a:pt x="36286" y="0"/>
                </a:lnTo>
                <a:lnTo>
                  <a:pt x="36286" y="616857"/>
                </a:lnTo>
                <a:lnTo>
                  <a:pt x="36286" y="616857"/>
                </a:lnTo>
                <a:cubicBezTo>
                  <a:pt x="16246" y="616857"/>
                  <a:pt x="0" y="600611"/>
                  <a:pt x="0" y="580571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43000" y="6186714"/>
            <a:ext cx="1678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6. Failure Analysis Agent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56348" y="6223000"/>
            <a:ext cx="562429" cy="181429"/>
          </a:xfrm>
          <a:custGeom>
            <a:avLst/>
            <a:gdLst/>
            <a:ahLst/>
            <a:cxnLst/>
            <a:rect l="l" t="t" r="r" b="b"/>
            <a:pathLst>
              <a:path w="562429" h="181429">
                <a:moveTo>
                  <a:pt x="90714" y="0"/>
                </a:moveTo>
                <a:lnTo>
                  <a:pt x="471714" y="0"/>
                </a:lnTo>
                <a:cubicBezTo>
                  <a:pt x="521814" y="0"/>
                  <a:pt x="562429" y="40614"/>
                  <a:pt x="562429" y="90714"/>
                </a:cubicBezTo>
                <a:lnTo>
                  <a:pt x="562429" y="90714"/>
                </a:lnTo>
                <a:cubicBezTo>
                  <a:pt x="562429" y="140814"/>
                  <a:pt x="521814" y="181429"/>
                  <a:pt x="471714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156348" y="6223000"/>
            <a:ext cx="616857" cy="181429"/>
          </a:xfrm>
          <a:prstGeom prst="rect">
            <a:avLst/>
          </a:prstGeom>
          <a:noFill/>
          <a:ln/>
        </p:spPr>
        <p:txBody>
          <a:bodyPr wrap="square" lIns="72571" tIns="18143" rIns="72571" bIns="18143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43000" y="6477000"/>
            <a:ext cx="7638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Diagnoses failures, categorizes issues, and suggests remediation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62357" y="1306286"/>
            <a:ext cx="2766786" cy="1596571"/>
          </a:xfrm>
          <a:custGeom>
            <a:avLst/>
            <a:gdLst/>
            <a:ahLst/>
            <a:cxnLst/>
            <a:rect l="l" t="t" r="r" b="b"/>
            <a:pathLst>
              <a:path w="2766786" h="1596571">
                <a:moveTo>
                  <a:pt x="72564" y="0"/>
                </a:moveTo>
                <a:lnTo>
                  <a:pt x="2694222" y="0"/>
                </a:lnTo>
                <a:cubicBezTo>
                  <a:pt x="2734298" y="0"/>
                  <a:pt x="2766786" y="32488"/>
                  <a:pt x="2766786" y="72564"/>
                </a:cubicBezTo>
                <a:lnTo>
                  <a:pt x="2766786" y="1524007"/>
                </a:lnTo>
                <a:cubicBezTo>
                  <a:pt x="2766786" y="1564083"/>
                  <a:pt x="2734298" y="1596571"/>
                  <a:pt x="2694222" y="1596571"/>
                </a:cubicBezTo>
                <a:lnTo>
                  <a:pt x="72564" y="1596571"/>
                </a:lnTo>
                <a:cubicBezTo>
                  <a:pt x="32488" y="1596571"/>
                  <a:pt x="0" y="1564083"/>
                  <a:pt x="0" y="1524007"/>
                </a:cubicBezTo>
                <a:lnTo>
                  <a:pt x="0" y="72564"/>
                </a:lnTo>
                <a:cubicBezTo>
                  <a:pt x="0" y="32515"/>
                  <a:pt x="32515" y="0"/>
                  <a:pt x="7256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230179" y="1496786"/>
            <a:ext cx="163286" cy="163286"/>
          </a:xfrm>
          <a:custGeom>
            <a:avLst/>
            <a:gdLst/>
            <a:ahLst/>
            <a:cxnLst/>
            <a:rect l="l" t="t" r="r" b="b"/>
            <a:pathLst>
              <a:path w="163286" h="163286">
                <a:moveTo>
                  <a:pt x="160288" y="48029"/>
                </a:moveTo>
                <a:lnTo>
                  <a:pt x="129672" y="78645"/>
                </a:lnTo>
                <a:cubicBezTo>
                  <a:pt x="126738" y="81579"/>
                  <a:pt x="122369" y="82440"/>
                  <a:pt x="118542" y="80846"/>
                </a:cubicBezTo>
                <a:cubicBezTo>
                  <a:pt x="114715" y="79251"/>
                  <a:pt x="112259" y="75552"/>
                  <a:pt x="112259" y="71438"/>
                </a:cubicBezTo>
                <a:lnTo>
                  <a:pt x="112259" y="51027"/>
                </a:lnTo>
                <a:lnTo>
                  <a:pt x="10205" y="51027"/>
                </a:lnTo>
                <a:cubicBezTo>
                  <a:pt x="4561" y="51027"/>
                  <a:pt x="0" y="46466"/>
                  <a:pt x="0" y="40821"/>
                </a:cubicBezTo>
                <a:cubicBezTo>
                  <a:pt x="0" y="35177"/>
                  <a:pt x="4561" y="30616"/>
                  <a:pt x="10205" y="30616"/>
                </a:cubicBezTo>
                <a:lnTo>
                  <a:pt x="112259" y="30616"/>
                </a:lnTo>
                <a:lnTo>
                  <a:pt x="112259" y="10205"/>
                </a:lnTo>
                <a:cubicBezTo>
                  <a:pt x="112259" y="6091"/>
                  <a:pt x="114746" y="2360"/>
                  <a:pt x="118573" y="765"/>
                </a:cubicBezTo>
                <a:cubicBezTo>
                  <a:pt x="122401" y="-829"/>
                  <a:pt x="126770" y="64"/>
                  <a:pt x="129704" y="2966"/>
                </a:cubicBezTo>
                <a:lnTo>
                  <a:pt x="160320" y="33582"/>
                </a:lnTo>
                <a:cubicBezTo>
                  <a:pt x="164306" y="37568"/>
                  <a:pt x="164306" y="44042"/>
                  <a:pt x="160320" y="48029"/>
                </a:cubicBezTo>
                <a:close/>
                <a:moveTo>
                  <a:pt x="33582" y="160288"/>
                </a:moveTo>
                <a:lnTo>
                  <a:pt x="2966" y="129672"/>
                </a:lnTo>
                <a:cubicBezTo>
                  <a:pt x="-1021" y="125685"/>
                  <a:pt x="-1021" y="119211"/>
                  <a:pt x="2966" y="115225"/>
                </a:cubicBezTo>
                <a:lnTo>
                  <a:pt x="33582" y="84609"/>
                </a:lnTo>
                <a:cubicBezTo>
                  <a:pt x="36516" y="81675"/>
                  <a:pt x="40885" y="80814"/>
                  <a:pt x="44712" y="82408"/>
                </a:cubicBezTo>
                <a:cubicBezTo>
                  <a:pt x="48539" y="84003"/>
                  <a:pt x="51027" y="87734"/>
                  <a:pt x="51027" y="91848"/>
                </a:cubicBezTo>
                <a:lnTo>
                  <a:pt x="51027" y="112259"/>
                </a:lnTo>
                <a:lnTo>
                  <a:pt x="153080" y="112259"/>
                </a:lnTo>
                <a:cubicBezTo>
                  <a:pt x="158725" y="112259"/>
                  <a:pt x="163286" y="116819"/>
                  <a:pt x="163286" y="122464"/>
                </a:cubicBezTo>
                <a:cubicBezTo>
                  <a:pt x="163286" y="128109"/>
                  <a:pt x="158725" y="132670"/>
                  <a:pt x="153080" y="132670"/>
                </a:cubicBezTo>
                <a:lnTo>
                  <a:pt x="51027" y="132670"/>
                </a:lnTo>
                <a:lnTo>
                  <a:pt x="51027" y="153080"/>
                </a:lnTo>
                <a:cubicBezTo>
                  <a:pt x="51027" y="157194"/>
                  <a:pt x="48539" y="160926"/>
                  <a:pt x="44712" y="162520"/>
                </a:cubicBezTo>
                <a:cubicBezTo>
                  <a:pt x="40885" y="164115"/>
                  <a:pt x="36516" y="163222"/>
                  <a:pt x="33582" y="16032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416143" y="1451429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207500" y="1814286"/>
            <a:ext cx="25400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 submits API spec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207500" y="2068286"/>
            <a:ext cx="25400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Planner orchestrates workflow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207500" y="2322286"/>
            <a:ext cx="25400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agent processes &amp; passes state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207500" y="2576286"/>
            <a:ext cx="25400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Final output: Test results + analysis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71429" y="3020786"/>
            <a:ext cx="2748643" cy="3828143"/>
          </a:xfrm>
          <a:custGeom>
            <a:avLst/>
            <a:gdLst/>
            <a:ahLst/>
            <a:cxnLst/>
            <a:rect l="l" t="t" r="r" b="b"/>
            <a:pathLst>
              <a:path w="2748643" h="3828143">
                <a:moveTo>
                  <a:pt x="72564" y="0"/>
                </a:moveTo>
                <a:lnTo>
                  <a:pt x="2676079" y="0"/>
                </a:lnTo>
                <a:cubicBezTo>
                  <a:pt x="2716155" y="0"/>
                  <a:pt x="2748643" y="32488"/>
                  <a:pt x="2748643" y="72564"/>
                </a:cubicBezTo>
                <a:lnTo>
                  <a:pt x="2748643" y="3755579"/>
                </a:lnTo>
                <a:cubicBezTo>
                  <a:pt x="2748643" y="3795655"/>
                  <a:pt x="2716155" y="3828143"/>
                  <a:pt x="2676079" y="3828143"/>
                </a:cubicBezTo>
                <a:lnTo>
                  <a:pt x="72564" y="3828143"/>
                </a:lnTo>
                <a:cubicBezTo>
                  <a:pt x="32488" y="3828143"/>
                  <a:pt x="0" y="3795655"/>
                  <a:pt x="0" y="3755579"/>
                </a:cubicBezTo>
                <a:lnTo>
                  <a:pt x="0" y="72564"/>
                </a:lnTo>
                <a:cubicBezTo>
                  <a:pt x="0" y="32515"/>
                  <a:pt x="32515" y="0"/>
                  <a:pt x="72564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248321" y="3220357"/>
            <a:ext cx="163286" cy="163286"/>
          </a:xfrm>
          <a:custGeom>
            <a:avLst/>
            <a:gdLst/>
            <a:ahLst/>
            <a:cxnLst/>
            <a:rect l="l" t="t" r="r" b="b"/>
            <a:pathLst>
              <a:path w="163286" h="163286">
                <a:moveTo>
                  <a:pt x="71438" y="0"/>
                </a:moveTo>
                <a:cubicBezTo>
                  <a:pt x="82695" y="0"/>
                  <a:pt x="91848" y="6857"/>
                  <a:pt x="91848" y="15308"/>
                </a:cubicBezTo>
                <a:cubicBezTo>
                  <a:pt x="91848" y="18625"/>
                  <a:pt x="90445" y="21686"/>
                  <a:pt x="88021" y="24206"/>
                </a:cubicBezTo>
                <a:cubicBezTo>
                  <a:pt x="85916" y="26406"/>
                  <a:pt x="84194" y="29085"/>
                  <a:pt x="84194" y="32147"/>
                </a:cubicBezTo>
                <a:cubicBezTo>
                  <a:pt x="84194" y="36931"/>
                  <a:pt x="88085" y="40821"/>
                  <a:pt x="92869" y="40821"/>
                </a:cubicBezTo>
                <a:lnTo>
                  <a:pt x="107156" y="40821"/>
                </a:lnTo>
                <a:cubicBezTo>
                  <a:pt x="115608" y="40821"/>
                  <a:pt x="122464" y="47678"/>
                  <a:pt x="122464" y="56129"/>
                </a:cubicBezTo>
                <a:lnTo>
                  <a:pt x="122464" y="70417"/>
                </a:lnTo>
                <a:cubicBezTo>
                  <a:pt x="122464" y="75201"/>
                  <a:pt x="126355" y="79092"/>
                  <a:pt x="131139" y="79092"/>
                </a:cubicBezTo>
                <a:cubicBezTo>
                  <a:pt x="134169" y="79092"/>
                  <a:pt x="136879" y="77369"/>
                  <a:pt x="139080" y="75265"/>
                </a:cubicBezTo>
                <a:cubicBezTo>
                  <a:pt x="141599" y="72873"/>
                  <a:pt x="144661" y="71438"/>
                  <a:pt x="147978" y="71438"/>
                </a:cubicBezTo>
                <a:cubicBezTo>
                  <a:pt x="156429" y="71438"/>
                  <a:pt x="163286" y="80590"/>
                  <a:pt x="163286" y="91848"/>
                </a:cubicBezTo>
                <a:cubicBezTo>
                  <a:pt x="163286" y="103106"/>
                  <a:pt x="156429" y="112259"/>
                  <a:pt x="147978" y="112259"/>
                </a:cubicBezTo>
                <a:cubicBezTo>
                  <a:pt x="144661" y="112259"/>
                  <a:pt x="141567" y="110856"/>
                  <a:pt x="139080" y="108432"/>
                </a:cubicBezTo>
                <a:cubicBezTo>
                  <a:pt x="136879" y="106327"/>
                  <a:pt x="134200" y="104605"/>
                  <a:pt x="131139" y="104605"/>
                </a:cubicBezTo>
                <a:cubicBezTo>
                  <a:pt x="126355" y="104605"/>
                  <a:pt x="122464" y="108496"/>
                  <a:pt x="122464" y="113279"/>
                </a:cubicBezTo>
                <a:lnTo>
                  <a:pt x="122464" y="147978"/>
                </a:lnTo>
                <a:cubicBezTo>
                  <a:pt x="122464" y="156429"/>
                  <a:pt x="115608" y="163286"/>
                  <a:pt x="107156" y="163286"/>
                </a:cubicBezTo>
                <a:lnTo>
                  <a:pt x="89042" y="163286"/>
                </a:lnTo>
                <a:cubicBezTo>
                  <a:pt x="84960" y="163286"/>
                  <a:pt x="81643" y="159969"/>
                  <a:pt x="81643" y="155887"/>
                </a:cubicBezTo>
                <a:cubicBezTo>
                  <a:pt x="81643" y="152953"/>
                  <a:pt x="83493" y="150370"/>
                  <a:pt x="85853" y="148616"/>
                </a:cubicBezTo>
                <a:cubicBezTo>
                  <a:pt x="89552" y="145841"/>
                  <a:pt x="91848" y="142014"/>
                  <a:pt x="91848" y="137772"/>
                </a:cubicBezTo>
                <a:cubicBezTo>
                  <a:pt x="91848" y="129321"/>
                  <a:pt x="82695" y="122464"/>
                  <a:pt x="71438" y="122464"/>
                </a:cubicBezTo>
                <a:cubicBezTo>
                  <a:pt x="60180" y="122464"/>
                  <a:pt x="51027" y="129321"/>
                  <a:pt x="51027" y="137772"/>
                </a:cubicBezTo>
                <a:cubicBezTo>
                  <a:pt x="51027" y="142014"/>
                  <a:pt x="53323" y="145841"/>
                  <a:pt x="57022" y="148616"/>
                </a:cubicBezTo>
                <a:cubicBezTo>
                  <a:pt x="59382" y="150370"/>
                  <a:pt x="61232" y="152921"/>
                  <a:pt x="61232" y="155887"/>
                </a:cubicBezTo>
                <a:cubicBezTo>
                  <a:pt x="61232" y="159969"/>
                  <a:pt x="57915" y="163286"/>
                  <a:pt x="53833" y="163286"/>
                </a:cubicBezTo>
                <a:lnTo>
                  <a:pt x="15308" y="163286"/>
                </a:lnTo>
                <a:cubicBezTo>
                  <a:pt x="6857" y="163286"/>
                  <a:pt x="0" y="156429"/>
                  <a:pt x="0" y="147978"/>
                </a:cubicBezTo>
                <a:lnTo>
                  <a:pt x="0" y="109452"/>
                </a:lnTo>
                <a:cubicBezTo>
                  <a:pt x="0" y="105370"/>
                  <a:pt x="3317" y="102054"/>
                  <a:pt x="7399" y="102054"/>
                </a:cubicBezTo>
                <a:cubicBezTo>
                  <a:pt x="10333" y="102054"/>
                  <a:pt x="12916" y="103903"/>
                  <a:pt x="14670" y="106263"/>
                </a:cubicBezTo>
                <a:cubicBezTo>
                  <a:pt x="17445" y="109963"/>
                  <a:pt x="21272" y="112259"/>
                  <a:pt x="25513" y="112259"/>
                </a:cubicBezTo>
                <a:cubicBezTo>
                  <a:pt x="33965" y="112259"/>
                  <a:pt x="40821" y="103106"/>
                  <a:pt x="40821" y="91848"/>
                </a:cubicBezTo>
                <a:cubicBezTo>
                  <a:pt x="40821" y="80590"/>
                  <a:pt x="33965" y="71438"/>
                  <a:pt x="25513" y="71438"/>
                </a:cubicBezTo>
                <a:cubicBezTo>
                  <a:pt x="21272" y="71438"/>
                  <a:pt x="17445" y="73734"/>
                  <a:pt x="14670" y="77433"/>
                </a:cubicBezTo>
                <a:cubicBezTo>
                  <a:pt x="12916" y="79793"/>
                  <a:pt x="10365" y="81643"/>
                  <a:pt x="7399" y="81643"/>
                </a:cubicBezTo>
                <a:cubicBezTo>
                  <a:pt x="3317" y="81643"/>
                  <a:pt x="0" y="78326"/>
                  <a:pt x="0" y="74244"/>
                </a:cubicBezTo>
                <a:lnTo>
                  <a:pt x="0" y="56129"/>
                </a:lnTo>
                <a:cubicBezTo>
                  <a:pt x="0" y="47678"/>
                  <a:pt x="6857" y="40821"/>
                  <a:pt x="15308" y="40821"/>
                </a:cubicBezTo>
                <a:lnTo>
                  <a:pt x="50006" y="40821"/>
                </a:lnTo>
                <a:cubicBezTo>
                  <a:pt x="54790" y="40821"/>
                  <a:pt x="58681" y="36931"/>
                  <a:pt x="58681" y="32147"/>
                </a:cubicBezTo>
                <a:cubicBezTo>
                  <a:pt x="58681" y="29117"/>
                  <a:pt x="56959" y="26406"/>
                  <a:pt x="54854" y="24206"/>
                </a:cubicBezTo>
                <a:cubicBezTo>
                  <a:pt x="52462" y="21686"/>
                  <a:pt x="51027" y="18625"/>
                  <a:pt x="51027" y="15308"/>
                </a:cubicBezTo>
                <a:cubicBezTo>
                  <a:pt x="51027" y="6857"/>
                  <a:pt x="60180" y="0"/>
                  <a:pt x="7143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434286" y="3175000"/>
            <a:ext cx="2313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252857" y="3556000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479643" y="3537857"/>
            <a:ext cx="1841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persistence across agents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52857" y="3810000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479643" y="3791857"/>
            <a:ext cx="18324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Conditional workflow branching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252857" y="4064000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479643" y="4045857"/>
            <a:ext cx="14786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 &amp; recovery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52857" y="4318000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479643" y="4299857"/>
            <a:ext cx="1505857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execution support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252857" y="4572000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479643" y="4553857"/>
            <a:ext cx="13970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logging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940" y="418531"/>
            <a:ext cx="72788" cy="436728"/>
          </a:xfrm>
          <a:custGeom>
            <a:avLst/>
            <a:gdLst/>
            <a:ahLst/>
            <a:cxnLst/>
            <a:rect l="l" t="t" r="r" b="b"/>
            <a:pathLst>
              <a:path w="72788" h="436728">
                <a:moveTo>
                  <a:pt x="0" y="0"/>
                </a:moveTo>
                <a:lnTo>
                  <a:pt x="72788" y="0"/>
                </a:lnTo>
                <a:lnTo>
                  <a:pt x="72788" y="436728"/>
                </a:lnTo>
                <a:lnTo>
                  <a:pt x="0" y="43672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5910" y="363940"/>
            <a:ext cx="272955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kern="0" spc="50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4.1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5910" y="545910"/>
            <a:ext cx="2829636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5910" y="982639"/>
            <a:ext cx="1136403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Tangible outcomes and deliverables from the internship period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940" y="1401170"/>
            <a:ext cx="5659272" cy="2311021"/>
          </a:xfrm>
          <a:custGeom>
            <a:avLst/>
            <a:gdLst/>
            <a:ahLst/>
            <a:cxnLst/>
            <a:rect l="l" t="t" r="r" b="b"/>
            <a:pathLst>
              <a:path w="5659272" h="2311021">
                <a:moveTo>
                  <a:pt x="0" y="0"/>
                </a:moveTo>
                <a:lnTo>
                  <a:pt x="5659272" y="0"/>
                </a:lnTo>
                <a:lnTo>
                  <a:pt x="5659272" y="2311021"/>
                </a:lnTo>
                <a:lnTo>
                  <a:pt x="0" y="231102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3940" y="1401170"/>
            <a:ext cx="5659272" cy="36394"/>
          </a:xfrm>
          <a:custGeom>
            <a:avLst/>
            <a:gdLst/>
            <a:ahLst/>
            <a:cxnLst/>
            <a:rect l="l" t="t" r="r" b="b"/>
            <a:pathLst>
              <a:path w="5659272" h="36394">
                <a:moveTo>
                  <a:pt x="0" y="0"/>
                </a:moveTo>
                <a:lnTo>
                  <a:pt x="5659272" y="0"/>
                </a:lnTo>
                <a:lnTo>
                  <a:pt x="5659272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5910" y="1601337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254758" y="0"/>
                </a:moveTo>
                <a:lnTo>
                  <a:pt x="254758" y="0"/>
                </a:lnTo>
                <a:cubicBezTo>
                  <a:pt x="395457" y="0"/>
                  <a:pt x="509516" y="114059"/>
                  <a:pt x="509516" y="254758"/>
                </a:cubicBezTo>
                <a:lnTo>
                  <a:pt x="509516" y="254758"/>
                </a:lnTo>
                <a:cubicBezTo>
                  <a:pt x="509516" y="395457"/>
                  <a:pt x="395457" y="509516"/>
                  <a:pt x="254758" y="509516"/>
                </a:cubicBezTo>
                <a:lnTo>
                  <a:pt x="254758" y="509516"/>
                </a:lnTo>
                <a:cubicBezTo>
                  <a:pt x="114059" y="509516"/>
                  <a:pt x="0" y="395457"/>
                  <a:pt x="0" y="254758"/>
                </a:cubicBezTo>
                <a:lnTo>
                  <a:pt x="0" y="254758"/>
                </a:lnTo>
                <a:cubicBezTo>
                  <a:pt x="0" y="114059"/>
                  <a:pt x="114059" y="0"/>
                  <a:pt x="25475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1487" y="1746913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81887" y="27296"/>
                </a:moveTo>
                <a:cubicBezTo>
                  <a:pt x="81887" y="19747"/>
                  <a:pt x="87985" y="13648"/>
                  <a:pt x="95534" y="13648"/>
                </a:cubicBezTo>
                <a:lnTo>
                  <a:pt x="122830" y="13648"/>
                </a:lnTo>
                <a:cubicBezTo>
                  <a:pt x="130379" y="13648"/>
                  <a:pt x="136478" y="19747"/>
                  <a:pt x="136478" y="27296"/>
                </a:cubicBezTo>
                <a:lnTo>
                  <a:pt x="136478" y="54591"/>
                </a:lnTo>
                <a:cubicBezTo>
                  <a:pt x="136478" y="62140"/>
                  <a:pt x="130379" y="68239"/>
                  <a:pt x="122830" y="68239"/>
                </a:cubicBezTo>
                <a:lnTo>
                  <a:pt x="119418" y="68239"/>
                </a:lnTo>
                <a:lnTo>
                  <a:pt x="119418" y="95534"/>
                </a:lnTo>
                <a:lnTo>
                  <a:pt x="170597" y="95534"/>
                </a:lnTo>
                <a:cubicBezTo>
                  <a:pt x="187571" y="95534"/>
                  <a:pt x="201304" y="109267"/>
                  <a:pt x="201304" y="126242"/>
                </a:cubicBezTo>
                <a:lnTo>
                  <a:pt x="201304" y="150125"/>
                </a:lnTo>
                <a:lnTo>
                  <a:pt x="204716" y="150125"/>
                </a:lnTo>
                <a:cubicBezTo>
                  <a:pt x="212265" y="150125"/>
                  <a:pt x="218364" y="156224"/>
                  <a:pt x="218364" y="163773"/>
                </a:cubicBezTo>
                <a:lnTo>
                  <a:pt x="218364" y="191069"/>
                </a:lnTo>
                <a:cubicBezTo>
                  <a:pt x="218364" y="198618"/>
                  <a:pt x="212265" y="204716"/>
                  <a:pt x="204716" y="204716"/>
                </a:cubicBezTo>
                <a:lnTo>
                  <a:pt x="177421" y="204716"/>
                </a:lnTo>
                <a:cubicBezTo>
                  <a:pt x="169872" y="204716"/>
                  <a:pt x="163773" y="198618"/>
                  <a:pt x="163773" y="191069"/>
                </a:cubicBezTo>
                <a:lnTo>
                  <a:pt x="163773" y="163773"/>
                </a:lnTo>
                <a:cubicBezTo>
                  <a:pt x="163773" y="156224"/>
                  <a:pt x="169872" y="150125"/>
                  <a:pt x="177421" y="150125"/>
                </a:cubicBezTo>
                <a:lnTo>
                  <a:pt x="180833" y="150125"/>
                </a:lnTo>
                <a:lnTo>
                  <a:pt x="180833" y="126242"/>
                </a:lnTo>
                <a:cubicBezTo>
                  <a:pt x="180833" y="120569"/>
                  <a:pt x="176269" y="116006"/>
                  <a:pt x="170597" y="116006"/>
                </a:cubicBezTo>
                <a:lnTo>
                  <a:pt x="119418" y="116006"/>
                </a:lnTo>
                <a:lnTo>
                  <a:pt x="119418" y="150125"/>
                </a:lnTo>
                <a:lnTo>
                  <a:pt x="122830" y="150125"/>
                </a:lnTo>
                <a:cubicBezTo>
                  <a:pt x="130379" y="150125"/>
                  <a:pt x="136478" y="156224"/>
                  <a:pt x="136478" y="163773"/>
                </a:cubicBezTo>
                <a:lnTo>
                  <a:pt x="136478" y="191069"/>
                </a:lnTo>
                <a:cubicBezTo>
                  <a:pt x="136478" y="198618"/>
                  <a:pt x="130379" y="204716"/>
                  <a:pt x="122830" y="204716"/>
                </a:cubicBezTo>
                <a:lnTo>
                  <a:pt x="95534" y="204716"/>
                </a:lnTo>
                <a:cubicBezTo>
                  <a:pt x="87985" y="204716"/>
                  <a:pt x="81887" y="198618"/>
                  <a:pt x="81887" y="191069"/>
                </a:cubicBezTo>
                <a:lnTo>
                  <a:pt x="81887" y="163773"/>
                </a:lnTo>
                <a:cubicBezTo>
                  <a:pt x="81887" y="156224"/>
                  <a:pt x="87985" y="150125"/>
                  <a:pt x="95534" y="150125"/>
                </a:cubicBezTo>
                <a:lnTo>
                  <a:pt x="98946" y="150125"/>
                </a:lnTo>
                <a:lnTo>
                  <a:pt x="98946" y="116006"/>
                </a:lnTo>
                <a:lnTo>
                  <a:pt x="47767" y="116006"/>
                </a:lnTo>
                <a:cubicBezTo>
                  <a:pt x="42095" y="116006"/>
                  <a:pt x="37531" y="120569"/>
                  <a:pt x="37531" y="126242"/>
                </a:cubicBezTo>
                <a:lnTo>
                  <a:pt x="37531" y="150125"/>
                </a:lnTo>
                <a:lnTo>
                  <a:pt x="40943" y="150125"/>
                </a:lnTo>
                <a:cubicBezTo>
                  <a:pt x="48492" y="150125"/>
                  <a:pt x="54591" y="156224"/>
                  <a:pt x="54591" y="163773"/>
                </a:cubicBezTo>
                <a:lnTo>
                  <a:pt x="54591" y="191069"/>
                </a:lnTo>
                <a:cubicBezTo>
                  <a:pt x="54591" y="198618"/>
                  <a:pt x="48492" y="204716"/>
                  <a:pt x="40943" y="204716"/>
                </a:cubicBezTo>
                <a:lnTo>
                  <a:pt x="13648" y="204716"/>
                </a:lnTo>
                <a:cubicBezTo>
                  <a:pt x="6099" y="204716"/>
                  <a:pt x="0" y="198618"/>
                  <a:pt x="0" y="191069"/>
                </a:cubicBezTo>
                <a:lnTo>
                  <a:pt x="0" y="163773"/>
                </a:lnTo>
                <a:cubicBezTo>
                  <a:pt x="0" y="156224"/>
                  <a:pt x="6099" y="150125"/>
                  <a:pt x="13648" y="150125"/>
                </a:cubicBezTo>
                <a:lnTo>
                  <a:pt x="17060" y="150125"/>
                </a:lnTo>
                <a:lnTo>
                  <a:pt x="17060" y="126242"/>
                </a:lnTo>
                <a:cubicBezTo>
                  <a:pt x="17060" y="109267"/>
                  <a:pt x="30793" y="95534"/>
                  <a:pt x="47767" y="95534"/>
                </a:cubicBezTo>
                <a:lnTo>
                  <a:pt x="98946" y="95534"/>
                </a:lnTo>
                <a:lnTo>
                  <a:pt x="98946" y="68239"/>
                </a:lnTo>
                <a:lnTo>
                  <a:pt x="95534" y="68239"/>
                </a:lnTo>
                <a:cubicBezTo>
                  <a:pt x="87985" y="68239"/>
                  <a:pt x="81887" y="62140"/>
                  <a:pt x="81887" y="54591"/>
                </a:cubicBezTo>
                <a:lnTo>
                  <a:pt x="81887" y="2729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64609" y="1728716"/>
            <a:ext cx="245659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Multi-Agent Architecture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5910" y="2256430"/>
            <a:ext cx="5368119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and implemented a </a:t>
            </a:r>
            <a:r>
              <a:rPr lang="en-US" sz="114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multi-agent testing architecture</a:t>
            </a: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initial concept through working prototype. Created agent specifications, interaction protocols, and state management strategies.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0460" y="3116239"/>
            <a:ext cx="5286233" cy="409433"/>
          </a:xfrm>
          <a:custGeom>
            <a:avLst/>
            <a:gdLst/>
            <a:ahLst/>
            <a:cxnLst/>
            <a:rect l="l" t="t" r="r" b="b"/>
            <a:pathLst>
              <a:path w="5286233" h="409433">
                <a:moveTo>
                  <a:pt x="72789" y="0"/>
                </a:moveTo>
                <a:lnTo>
                  <a:pt x="5213444" y="0"/>
                </a:lnTo>
                <a:cubicBezTo>
                  <a:pt x="5253644" y="0"/>
                  <a:pt x="5286233" y="32589"/>
                  <a:pt x="5286233" y="72789"/>
                </a:cubicBezTo>
                <a:lnTo>
                  <a:pt x="5286233" y="336644"/>
                </a:lnTo>
                <a:cubicBezTo>
                  <a:pt x="5286233" y="376844"/>
                  <a:pt x="5253644" y="409433"/>
                  <a:pt x="5213444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4191" y="3229970"/>
            <a:ext cx="512246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0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Established reusable architectural patterns for AI-driven testing systems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0778" y="1401170"/>
            <a:ext cx="5659272" cy="2311021"/>
          </a:xfrm>
          <a:custGeom>
            <a:avLst/>
            <a:gdLst/>
            <a:ahLst/>
            <a:cxnLst/>
            <a:rect l="l" t="t" r="r" b="b"/>
            <a:pathLst>
              <a:path w="5659272" h="2311021">
                <a:moveTo>
                  <a:pt x="0" y="0"/>
                </a:moveTo>
                <a:lnTo>
                  <a:pt x="5659272" y="0"/>
                </a:lnTo>
                <a:lnTo>
                  <a:pt x="5659272" y="2311021"/>
                </a:lnTo>
                <a:lnTo>
                  <a:pt x="0" y="231102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0778" y="1401170"/>
            <a:ext cx="5659272" cy="36394"/>
          </a:xfrm>
          <a:custGeom>
            <a:avLst/>
            <a:gdLst/>
            <a:ahLst/>
            <a:cxnLst/>
            <a:rect l="l" t="t" r="r" b="b"/>
            <a:pathLst>
              <a:path w="5659272" h="36394">
                <a:moveTo>
                  <a:pt x="0" y="0"/>
                </a:moveTo>
                <a:lnTo>
                  <a:pt x="5659272" y="0"/>
                </a:lnTo>
                <a:lnTo>
                  <a:pt x="5659272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2749" y="1601337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254758" y="0"/>
                </a:moveTo>
                <a:lnTo>
                  <a:pt x="254758" y="0"/>
                </a:lnTo>
                <a:cubicBezTo>
                  <a:pt x="395457" y="0"/>
                  <a:pt x="509516" y="114059"/>
                  <a:pt x="509516" y="254758"/>
                </a:cubicBezTo>
                <a:lnTo>
                  <a:pt x="509516" y="254758"/>
                </a:lnTo>
                <a:cubicBezTo>
                  <a:pt x="509516" y="395457"/>
                  <a:pt x="395457" y="509516"/>
                  <a:pt x="254758" y="509516"/>
                </a:cubicBezTo>
                <a:lnTo>
                  <a:pt x="254758" y="509516"/>
                </a:lnTo>
                <a:cubicBezTo>
                  <a:pt x="114059" y="509516"/>
                  <a:pt x="0" y="395457"/>
                  <a:pt x="0" y="254758"/>
                </a:cubicBezTo>
                <a:lnTo>
                  <a:pt x="0" y="254758"/>
                </a:lnTo>
                <a:cubicBezTo>
                  <a:pt x="0" y="114059"/>
                  <a:pt x="114059" y="0"/>
                  <a:pt x="25475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11972" y="1746913"/>
            <a:ext cx="191069" cy="218364"/>
          </a:xfrm>
          <a:custGeom>
            <a:avLst/>
            <a:gdLst/>
            <a:ahLst/>
            <a:cxnLst/>
            <a:rect l="l" t="t" r="r" b="b"/>
            <a:pathLst>
              <a:path w="191069" h="218364">
                <a:moveTo>
                  <a:pt x="122830" y="0"/>
                </a:moveTo>
                <a:lnTo>
                  <a:pt x="54591" y="0"/>
                </a:lnTo>
                <a:cubicBezTo>
                  <a:pt x="47042" y="0"/>
                  <a:pt x="40943" y="6099"/>
                  <a:pt x="40943" y="13648"/>
                </a:cubicBezTo>
                <a:cubicBezTo>
                  <a:pt x="40943" y="21197"/>
                  <a:pt x="47042" y="27296"/>
                  <a:pt x="54591" y="27296"/>
                </a:cubicBezTo>
                <a:lnTo>
                  <a:pt x="54591" y="91909"/>
                </a:lnTo>
                <a:lnTo>
                  <a:pt x="3199" y="181814"/>
                </a:lnTo>
                <a:cubicBezTo>
                  <a:pt x="1109" y="185524"/>
                  <a:pt x="0" y="189661"/>
                  <a:pt x="0" y="193926"/>
                </a:cubicBezTo>
                <a:cubicBezTo>
                  <a:pt x="0" y="207446"/>
                  <a:pt x="10918" y="218364"/>
                  <a:pt x="24438" y="218364"/>
                </a:cubicBezTo>
                <a:lnTo>
                  <a:pt x="166631" y="218364"/>
                </a:lnTo>
                <a:cubicBezTo>
                  <a:pt x="180108" y="218364"/>
                  <a:pt x="191069" y="207446"/>
                  <a:pt x="191069" y="193926"/>
                </a:cubicBezTo>
                <a:cubicBezTo>
                  <a:pt x="191069" y="189661"/>
                  <a:pt x="189960" y="185482"/>
                  <a:pt x="187870" y="181814"/>
                </a:cubicBezTo>
                <a:lnTo>
                  <a:pt x="136478" y="91909"/>
                </a:lnTo>
                <a:lnTo>
                  <a:pt x="136478" y="27296"/>
                </a:lnTo>
                <a:cubicBezTo>
                  <a:pt x="144027" y="27296"/>
                  <a:pt x="150125" y="21197"/>
                  <a:pt x="150125" y="13648"/>
                </a:cubicBezTo>
                <a:cubicBezTo>
                  <a:pt x="150125" y="6099"/>
                  <a:pt x="144027" y="0"/>
                  <a:pt x="136478" y="0"/>
                </a:cubicBezTo>
                <a:lnTo>
                  <a:pt x="122830" y="0"/>
                </a:lnTo>
                <a:close/>
                <a:moveTo>
                  <a:pt x="81887" y="91909"/>
                </a:moveTo>
                <a:lnTo>
                  <a:pt x="81887" y="27296"/>
                </a:lnTo>
                <a:lnTo>
                  <a:pt x="109182" y="27296"/>
                </a:lnTo>
                <a:lnTo>
                  <a:pt x="109182" y="91909"/>
                </a:lnTo>
                <a:cubicBezTo>
                  <a:pt x="109182" y="96643"/>
                  <a:pt x="110419" y="101335"/>
                  <a:pt x="112765" y="105472"/>
                </a:cubicBezTo>
                <a:lnTo>
                  <a:pt x="130507" y="136478"/>
                </a:lnTo>
                <a:lnTo>
                  <a:pt x="60562" y="136478"/>
                </a:lnTo>
                <a:lnTo>
                  <a:pt x="78304" y="105472"/>
                </a:lnTo>
                <a:cubicBezTo>
                  <a:pt x="80650" y="101335"/>
                  <a:pt x="81887" y="96686"/>
                  <a:pt x="81887" y="919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71447" y="1728716"/>
            <a:ext cx="140117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GenAI-Based POCs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2749" y="2256430"/>
            <a:ext cx="5368119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</a:t>
            </a:r>
            <a:r>
              <a:rPr lang="en-US" sz="114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functional proof-of-concept systems</a:t>
            </a: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demonstrating real-world applicability of GenAI in testing: Task Allocation AI System and Multi-Agent API Testing System.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7298" y="3116239"/>
            <a:ext cx="5286233" cy="409433"/>
          </a:xfrm>
          <a:custGeom>
            <a:avLst/>
            <a:gdLst/>
            <a:ahLst/>
            <a:cxnLst/>
            <a:rect l="l" t="t" r="r" b="b"/>
            <a:pathLst>
              <a:path w="5286233" h="409433">
                <a:moveTo>
                  <a:pt x="72789" y="0"/>
                </a:moveTo>
                <a:lnTo>
                  <a:pt x="5213444" y="0"/>
                </a:lnTo>
                <a:cubicBezTo>
                  <a:pt x="5253644" y="0"/>
                  <a:pt x="5286233" y="32589"/>
                  <a:pt x="5286233" y="72789"/>
                </a:cubicBezTo>
                <a:lnTo>
                  <a:pt x="5286233" y="336644"/>
                </a:lnTo>
                <a:cubicBezTo>
                  <a:pt x="5286233" y="376844"/>
                  <a:pt x="5253644" y="409433"/>
                  <a:pt x="5213444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71029" y="3229970"/>
            <a:ext cx="512246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0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Validated feasibility of AI-driven testing automation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3940" y="3875964"/>
            <a:ext cx="5659272" cy="2074460"/>
          </a:xfrm>
          <a:custGeom>
            <a:avLst/>
            <a:gdLst/>
            <a:ahLst/>
            <a:cxnLst/>
            <a:rect l="l" t="t" r="r" b="b"/>
            <a:pathLst>
              <a:path w="5659272" h="2074460">
                <a:moveTo>
                  <a:pt x="0" y="0"/>
                </a:moveTo>
                <a:lnTo>
                  <a:pt x="5659272" y="0"/>
                </a:lnTo>
                <a:lnTo>
                  <a:pt x="5659272" y="2074460"/>
                </a:lnTo>
                <a:lnTo>
                  <a:pt x="0" y="207446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3940" y="3875964"/>
            <a:ext cx="5659272" cy="36394"/>
          </a:xfrm>
          <a:custGeom>
            <a:avLst/>
            <a:gdLst/>
            <a:ahLst/>
            <a:cxnLst/>
            <a:rect l="l" t="t" r="r" b="b"/>
            <a:pathLst>
              <a:path w="5659272" h="36394">
                <a:moveTo>
                  <a:pt x="0" y="0"/>
                </a:moveTo>
                <a:lnTo>
                  <a:pt x="5659272" y="0"/>
                </a:lnTo>
                <a:lnTo>
                  <a:pt x="5659272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5910" y="4076131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254758" y="0"/>
                </a:moveTo>
                <a:lnTo>
                  <a:pt x="254758" y="0"/>
                </a:lnTo>
                <a:cubicBezTo>
                  <a:pt x="395457" y="0"/>
                  <a:pt x="509516" y="114059"/>
                  <a:pt x="509516" y="254758"/>
                </a:cubicBezTo>
                <a:lnTo>
                  <a:pt x="509516" y="254758"/>
                </a:lnTo>
                <a:cubicBezTo>
                  <a:pt x="509516" y="395457"/>
                  <a:pt x="395457" y="509516"/>
                  <a:pt x="254758" y="509516"/>
                </a:cubicBezTo>
                <a:lnTo>
                  <a:pt x="254758" y="509516"/>
                </a:lnTo>
                <a:cubicBezTo>
                  <a:pt x="114059" y="509516"/>
                  <a:pt x="0" y="395457"/>
                  <a:pt x="0" y="254758"/>
                </a:cubicBezTo>
                <a:lnTo>
                  <a:pt x="0" y="254758"/>
                </a:lnTo>
                <a:cubicBezTo>
                  <a:pt x="0" y="114059"/>
                  <a:pt x="114059" y="0"/>
                  <a:pt x="254758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5134" y="4221707"/>
            <a:ext cx="191069" cy="218364"/>
          </a:xfrm>
          <a:custGeom>
            <a:avLst/>
            <a:gdLst/>
            <a:ahLst/>
            <a:cxnLst/>
            <a:rect l="l" t="t" r="r" b="b"/>
            <a:pathLst>
              <a:path w="191069" h="218364">
                <a:moveTo>
                  <a:pt x="34119" y="44355"/>
                </a:moveTo>
                <a:cubicBezTo>
                  <a:pt x="39769" y="44355"/>
                  <a:pt x="44355" y="39769"/>
                  <a:pt x="44355" y="34119"/>
                </a:cubicBezTo>
                <a:cubicBezTo>
                  <a:pt x="44355" y="28470"/>
                  <a:pt x="39769" y="23884"/>
                  <a:pt x="34119" y="23884"/>
                </a:cubicBezTo>
                <a:cubicBezTo>
                  <a:pt x="28470" y="23884"/>
                  <a:pt x="23884" y="28470"/>
                  <a:pt x="23884" y="34119"/>
                </a:cubicBezTo>
                <a:cubicBezTo>
                  <a:pt x="23884" y="39769"/>
                  <a:pt x="28470" y="44355"/>
                  <a:pt x="34119" y="44355"/>
                </a:cubicBezTo>
                <a:close/>
                <a:moveTo>
                  <a:pt x="68239" y="34119"/>
                </a:moveTo>
                <a:cubicBezTo>
                  <a:pt x="68239" y="48108"/>
                  <a:pt x="59837" y="60135"/>
                  <a:pt x="47767" y="65381"/>
                </a:cubicBezTo>
                <a:lnTo>
                  <a:pt x="47767" y="95534"/>
                </a:lnTo>
                <a:lnTo>
                  <a:pt x="122830" y="95534"/>
                </a:lnTo>
                <a:cubicBezTo>
                  <a:pt x="134132" y="95534"/>
                  <a:pt x="143301" y="86365"/>
                  <a:pt x="143301" y="75063"/>
                </a:cubicBezTo>
                <a:lnTo>
                  <a:pt x="143301" y="65381"/>
                </a:lnTo>
                <a:cubicBezTo>
                  <a:pt x="131232" y="60135"/>
                  <a:pt x="122830" y="48108"/>
                  <a:pt x="122830" y="34119"/>
                </a:cubicBezTo>
                <a:cubicBezTo>
                  <a:pt x="122830" y="15268"/>
                  <a:pt x="138098" y="0"/>
                  <a:pt x="156949" y="0"/>
                </a:cubicBezTo>
                <a:cubicBezTo>
                  <a:pt x="175800" y="0"/>
                  <a:pt x="191069" y="15268"/>
                  <a:pt x="191069" y="34119"/>
                </a:cubicBezTo>
                <a:cubicBezTo>
                  <a:pt x="191069" y="48108"/>
                  <a:pt x="182667" y="60135"/>
                  <a:pt x="170597" y="65381"/>
                </a:cubicBezTo>
                <a:lnTo>
                  <a:pt x="170597" y="75063"/>
                </a:lnTo>
                <a:cubicBezTo>
                  <a:pt x="170597" y="101463"/>
                  <a:pt x="149230" y="122830"/>
                  <a:pt x="122830" y="122830"/>
                </a:cubicBezTo>
                <a:lnTo>
                  <a:pt x="47767" y="122830"/>
                </a:lnTo>
                <a:lnTo>
                  <a:pt x="47767" y="152983"/>
                </a:lnTo>
                <a:cubicBezTo>
                  <a:pt x="59837" y="158229"/>
                  <a:pt x="68239" y="170256"/>
                  <a:pt x="68239" y="184245"/>
                </a:cubicBezTo>
                <a:cubicBezTo>
                  <a:pt x="68239" y="203096"/>
                  <a:pt x="52970" y="218364"/>
                  <a:pt x="34119" y="218364"/>
                </a:cubicBezTo>
                <a:cubicBezTo>
                  <a:pt x="15268" y="218364"/>
                  <a:pt x="0" y="203096"/>
                  <a:pt x="0" y="184245"/>
                </a:cubicBezTo>
                <a:cubicBezTo>
                  <a:pt x="0" y="170256"/>
                  <a:pt x="8402" y="158229"/>
                  <a:pt x="20472" y="152983"/>
                </a:cubicBezTo>
                <a:lnTo>
                  <a:pt x="20472" y="65424"/>
                </a:lnTo>
                <a:cubicBezTo>
                  <a:pt x="8402" y="60135"/>
                  <a:pt x="0" y="48108"/>
                  <a:pt x="0" y="34119"/>
                </a:cubicBezTo>
                <a:cubicBezTo>
                  <a:pt x="0" y="15268"/>
                  <a:pt x="15268" y="0"/>
                  <a:pt x="34119" y="0"/>
                </a:cubicBezTo>
                <a:cubicBezTo>
                  <a:pt x="52970" y="0"/>
                  <a:pt x="68239" y="15268"/>
                  <a:pt x="68239" y="34119"/>
                </a:cubicBezTo>
                <a:close/>
                <a:moveTo>
                  <a:pt x="167185" y="34119"/>
                </a:moveTo>
                <a:cubicBezTo>
                  <a:pt x="167185" y="28470"/>
                  <a:pt x="162599" y="23884"/>
                  <a:pt x="156949" y="23884"/>
                </a:cubicBezTo>
                <a:cubicBezTo>
                  <a:pt x="151300" y="23884"/>
                  <a:pt x="146713" y="28470"/>
                  <a:pt x="146713" y="34119"/>
                </a:cubicBezTo>
                <a:cubicBezTo>
                  <a:pt x="146713" y="39769"/>
                  <a:pt x="151300" y="44355"/>
                  <a:pt x="156949" y="44355"/>
                </a:cubicBezTo>
                <a:cubicBezTo>
                  <a:pt x="162599" y="44355"/>
                  <a:pt x="167185" y="39769"/>
                  <a:pt x="167185" y="34119"/>
                </a:cubicBezTo>
                <a:close/>
                <a:moveTo>
                  <a:pt x="34119" y="194481"/>
                </a:moveTo>
                <a:cubicBezTo>
                  <a:pt x="39769" y="194481"/>
                  <a:pt x="44355" y="189894"/>
                  <a:pt x="44355" y="184245"/>
                </a:cubicBezTo>
                <a:cubicBezTo>
                  <a:pt x="44355" y="178595"/>
                  <a:pt x="39769" y="174009"/>
                  <a:pt x="34119" y="174009"/>
                </a:cubicBezTo>
                <a:cubicBezTo>
                  <a:pt x="28470" y="174009"/>
                  <a:pt x="23884" y="178595"/>
                  <a:pt x="23884" y="184245"/>
                </a:cubicBezTo>
                <a:cubicBezTo>
                  <a:pt x="23884" y="189894"/>
                  <a:pt x="28470" y="194481"/>
                  <a:pt x="34119" y="1944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64609" y="4203510"/>
            <a:ext cx="219274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API Testing Automation Flow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910" y="4731224"/>
            <a:ext cx="5368119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</a:t>
            </a:r>
            <a:r>
              <a:rPr lang="en-US" sz="114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API testing automation</a:t>
            </a: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including spec ingestion, test generation, script creation, execution, and reporting—fully integrated pipeline.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0460" y="5354472"/>
            <a:ext cx="5286233" cy="409433"/>
          </a:xfrm>
          <a:custGeom>
            <a:avLst/>
            <a:gdLst/>
            <a:ahLst/>
            <a:cxnLst/>
            <a:rect l="l" t="t" r="r" b="b"/>
            <a:pathLst>
              <a:path w="5286233" h="409433">
                <a:moveTo>
                  <a:pt x="72789" y="0"/>
                </a:moveTo>
                <a:lnTo>
                  <a:pt x="5213444" y="0"/>
                </a:lnTo>
                <a:cubicBezTo>
                  <a:pt x="5253644" y="0"/>
                  <a:pt x="5286233" y="32589"/>
                  <a:pt x="5286233" y="72789"/>
                </a:cubicBezTo>
                <a:lnTo>
                  <a:pt x="5286233" y="336644"/>
                </a:lnTo>
                <a:cubicBezTo>
                  <a:pt x="5286233" y="376844"/>
                  <a:pt x="5253644" y="409433"/>
                  <a:pt x="5213444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4191" y="5468203"/>
            <a:ext cx="512246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0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Reduced API test creation time by 80%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0778" y="3875964"/>
            <a:ext cx="5659272" cy="2074460"/>
          </a:xfrm>
          <a:custGeom>
            <a:avLst/>
            <a:gdLst/>
            <a:ahLst/>
            <a:cxnLst/>
            <a:rect l="l" t="t" r="r" b="b"/>
            <a:pathLst>
              <a:path w="5659272" h="2074460">
                <a:moveTo>
                  <a:pt x="0" y="0"/>
                </a:moveTo>
                <a:lnTo>
                  <a:pt x="5659272" y="0"/>
                </a:lnTo>
                <a:lnTo>
                  <a:pt x="5659272" y="2074460"/>
                </a:lnTo>
                <a:lnTo>
                  <a:pt x="0" y="207446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0778" y="3875964"/>
            <a:ext cx="5659272" cy="36394"/>
          </a:xfrm>
          <a:custGeom>
            <a:avLst/>
            <a:gdLst/>
            <a:ahLst/>
            <a:cxnLst/>
            <a:rect l="l" t="t" r="r" b="b"/>
            <a:pathLst>
              <a:path w="5659272" h="36394">
                <a:moveTo>
                  <a:pt x="0" y="0"/>
                </a:moveTo>
                <a:lnTo>
                  <a:pt x="5659272" y="0"/>
                </a:lnTo>
                <a:lnTo>
                  <a:pt x="5659272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2749" y="4076131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254758" y="0"/>
                </a:moveTo>
                <a:lnTo>
                  <a:pt x="254758" y="0"/>
                </a:lnTo>
                <a:cubicBezTo>
                  <a:pt x="395457" y="0"/>
                  <a:pt x="509516" y="114059"/>
                  <a:pt x="509516" y="254758"/>
                </a:cubicBezTo>
                <a:lnTo>
                  <a:pt x="509516" y="254758"/>
                </a:lnTo>
                <a:cubicBezTo>
                  <a:pt x="509516" y="395457"/>
                  <a:pt x="395457" y="509516"/>
                  <a:pt x="254758" y="509516"/>
                </a:cubicBezTo>
                <a:lnTo>
                  <a:pt x="254758" y="509516"/>
                </a:lnTo>
                <a:cubicBezTo>
                  <a:pt x="114059" y="509516"/>
                  <a:pt x="0" y="395457"/>
                  <a:pt x="0" y="254758"/>
                </a:cubicBezTo>
                <a:lnTo>
                  <a:pt x="0" y="254758"/>
                </a:lnTo>
                <a:cubicBezTo>
                  <a:pt x="0" y="114059"/>
                  <a:pt x="114059" y="0"/>
                  <a:pt x="254758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525620" y="4221707"/>
            <a:ext cx="163773" cy="218364"/>
          </a:xfrm>
          <a:custGeom>
            <a:avLst/>
            <a:gdLst/>
            <a:ahLst/>
            <a:cxnLst/>
            <a:rect l="l" t="t" r="r" b="b"/>
            <a:pathLst>
              <a:path w="163773" h="218364">
                <a:moveTo>
                  <a:pt x="0" y="27296"/>
                </a:moveTo>
                <a:cubicBezTo>
                  <a:pt x="0" y="12240"/>
                  <a:pt x="12240" y="0"/>
                  <a:pt x="27296" y="0"/>
                </a:cubicBezTo>
                <a:lnTo>
                  <a:pt x="91056" y="0"/>
                </a:lnTo>
                <a:cubicBezTo>
                  <a:pt x="98307" y="0"/>
                  <a:pt x="105258" y="2858"/>
                  <a:pt x="110376" y="7975"/>
                </a:cubicBezTo>
                <a:lnTo>
                  <a:pt x="155798" y="53440"/>
                </a:lnTo>
                <a:cubicBezTo>
                  <a:pt x="160916" y="58557"/>
                  <a:pt x="163773" y="65509"/>
                  <a:pt x="163773" y="72760"/>
                </a:cubicBezTo>
                <a:lnTo>
                  <a:pt x="163773" y="191069"/>
                </a:lnTo>
                <a:cubicBezTo>
                  <a:pt x="163773" y="206124"/>
                  <a:pt x="151533" y="218364"/>
                  <a:pt x="136478" y="218364"/>
                </a:cubicBezTo>
                <a:lnTo>
                  <a:pt x="27296" y="218364"/>
                </a:lnTo>
                <a:cubicBezTo>
                  <a:pt x="12240" y="218364"/>
                  <a:pt x="0" y="206124"/>
                  <a:pt x="0" y="191069"/>
                </a:cubicBezTo>
                <a:lnTo>
                  <a:pt x="0" y="27296"/>
                </a:lnTo>
                <a:close/>
                <a:moveTo>
                  <a:pt x="88710" y="24950"/>
                </a:moveTo>
                <a:lnTo>
                  <a:pt x="88710" y="64827"/>
                </a:lnTo>
                <a:cubicBezTo>
                  <a:pt x="88710" y="70499"/>
                  <a:pt x="93274" y="75063"/>
                  <a:pt x="98946" y="75063"/>
                </a:cubicBezTo>
                <a:lnTo>
                  <a:pt x="138823" y="75063"/>
                </a:lnTo>
                <a:lnTo>
                  <a:pt x="88710" y="24950"/>
                </a:lnTo>
                <a:close/>
                <a:moveTo>
                  <a:pt x="51179" y="109182"/>
                </a:moveTo>
                <a:cubicBezTo>
                  <a:pt x="45507" y="109182"/>
                  <a:pt x="40943" y="113746"/>
                  <a:pt x="40943" y="119418"/>
                </a:cubicBezTo>
                <a:cubicBezTo>
                  <a:pt x="40943" y="125090"/>
                  <a:pt x="45507" y="129654"/>
                  <a:pt x="51179" y="129654"/>
                </a:cubicBezTo>
                <a:lnTo>
                  <a:pt x="112594" y="129654"/>
                </a:lnTo>
                <a:cubicBezTo>
                  <a:pt x="118266" y="129654"/>
                  <a:pt x="122830" y="125090"/>
                  <a:pt x="122830" y="119418"/>
                </a:cubicBezTo>
                <a:cubicBezTo>
                  <a:pt x="122830" y="113746"/>
                  <a:pt x="118266" y="109182"/>
                  <a:pt x="112594" y="109182"/>
                </a:cubicBezTo>
                <a:lnTo>
                  <a:pt x="51179" y="109182"/>
                </a:lnTo>
                <a:close/>
                <a:moveTo>
                  <a:pt x="51179" y="150125"/>
                </a:moveTo>
                <a:cubicBezTo>
                  <a:pt x="45507" y="150125"/>
                  <a:pt x="40943" y="154689"/>
                  <a:pt x="40943" y="160361"/>
                </a:cubicBezTo>
                <a:cubicBezTo>
                  <a:pt x="40943" y="166034"/>
                  <a:pt x="45507" y="170597"/>
                  <a:pt x="51179" y="170597"/>
                </a:cubicBezTo>
                <a:lnTo>
                  <a:pt x="112594" y="170597"/>
                </a:lnTo>
                <a:cubicBezTo>
                  <a:pt x="118266" y="170597"/>
                  <a:pt x="122830" y="166034"/>
                  <a:pt x="122830" y="160361"/>
                </a:cubicBezTo>
                <a:cubicBezTo>
                  <a:pt x="122830" y="154689"/>
                  <a:pt x="118266" y="150125"/>
                  <a:pt x="112594" y="150125"/>
                </a:cubicBezTo>
                <a:lnTo>
                  <a:pt x="51179" y="15012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71447" y="4203510"/>
            <a:ext cx="175601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Flexible Spec Ingestion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2749" y="4731224"/>
            <a:ext cx="5368119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</a:t>
            </a:r>
            <a:r>
              <a:rPr lang="en-US" sz="114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adaptable spec ingestion approach</a:t>
            </a:r>
            <a:r>
              <a:rPr lang="en-US" sz="11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supporting multiple input formats: Swagger/OpenAPI, Excel spreadsheets, JSON schemas, and custom formats.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7298" y="5354472"/>
            <a:ext cx="5286233" cy="409433"/>
          </a:xfrm>
          <a:custGeom>
            <a:avLst/>
            <a:gdLst/>
            <a:ahLst/>
            <a:cxnLst/>
            <a:rect l="l" t="t" r="r" b="b"/>
            <a:pathLst>
              <a:path w="5286233" h="409433">
                <a:moveTo>
                  <a:pt x="72789" y="0"/>
                </a:moveTo>
                <a:lnTo>
                  <a:pt x="5213444" y="0"/>
                </a:lnTo>
                <a:cubicBezTo>
                  <a:pt x="5253644" y="0"/>
                  <a:pt x="5286233" y="32589"/>
                  <a:pt x="5286233" y="72789"/>
                </a:cubicBezTo>
                <a:lnTo>
                  <a:pt x="5286233" y="336644"/>
                </a:lnTo>
                <a:cubicBezTo>
                  <a:pt x="5286233" y="376844"/>
                  <a:pt x="5253644" y="409433"/>
                  <a:pt x="5213444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71029" y="5468203"/>
            <a:ext cx="512246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003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Enhanced system adaptability to diverse project environments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3940" y="6096000"/>
            <a:ext cx="11464119" cy="764275"/>
          </a:xfrm>
          <a:custGeom>
            <a:avLst/>
            <a:gdLst/>
            <a:ahLst/>
            <a:cxnLst/>
            <a:rect l="l" t="t" r="r" b="b"/>
            <a:pathLst>
              <a:path w="11464119" h="764275">
                <a:moveTo>
                  <a:pt x="72790" y="0"/>
                </a:moveTo>
                <a:lnTo>
                  <a:pt x="11391330" y="0"/>
                </a:lnTo>
                <a:cubicBezTo>
                  <a:pt x="11431530" y="0"/>
                  <a:pt x="11464119" y="32589"/>
                  <a:pt x="11464119" y="72790"/>
                </a:cubicBezTo>
                <a:lnTo>
                  <a:pt x="11464119" y="691485"/>
                </a:lnTo>
                <a:cubicBezTo>
                  <a:pt x="11464119" y="731686"/>
                  <a:pt x="11431530" y="764275"/>
                  <a:pt x="11391330" y="764275"/>
                </a:cubicBezTo>
                <a:lnTo>
                  <a:pt x="72790" y="764275"/>
                </a:lnTo>
                <a:cubicBezTo>
                  <a:pt x="32616" y="764275"/>
                  <a:pt x="0" y="731659"/>
                  <a:pt x="0" y="691485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28851" y="6341660"/>
            <a:ext cx="307075" cy="272955"/>
          </a:xfrm>
          <a:custGeom>
            <a:avLst/>
            <a:gdLst/>
            <a:ahLst/>
            <a:cxnLst/>
            <a:rect l="l" t="t" r="r" b="b"/>
            <a:pathLst>
              <a:path w="307075" h="272955">
                <a:moveTo>
                  <a:pt x="164999" y="-10076"/>
                </a:moveTo>
                <a:cubicBezTo>
                  <a:pt x="162814" y="-14341"/>
                  <a:pt x="158389" y="-17060"/>
                  <a:pt x="153591" y="-17060"/>
                </a:cubicBezTo>
                <a:cubicBezTo>
                  <a:pt x="148793" y="-17060"/>
                  <a:pt x="144368" y="-14341"/>
                  <a:pt x="142182" y="-10076"/>
                </a:cubicBezTo>
                <a:lnTo>
                  <a:pt x="102945" y="66799"/>
                </a:lnTo>
                <a:lnTo>
                  <a:pt x="17699" y="80341"/>
                </a:lnTo>
                <a:cubicBezTo>
                  <a:pt x="12955" y="81087"/>
                  <a:pt x="9010" y="84446"/>
                  <a:pt x="7517" y="89030"/>
                </a:cubicBezTo>
                <a:cubicBezTo>
                  <a:pt x="6024" y="93615"/>
                  <a:pt x="7250" y="98626"/>
                  <a:pt x="10609" y="102038"/>
                </a:cubicBezTo>
                <a:lnTo>
                  <a:pt x="71597" y="163080"/>
                </a:lnTo>
                <a:lnTo>
                  <a:pt x="58163" y="248325"/>
                </a:lnTo>
                <a:cubicBezTo>
                  <a:pt x="57417" y="253070"/>
                  <a:pt x="59389" y="257868"/>
                  <a:pt x="63281" y="260694"/>
                </a:cubicBezTo>
                <a:cubicBezTo>
                  <a:pt x="67173" y="263519"/>
                  <a:pt x="72290" y="263946"/>
                  <a:pt x="76609" y="261760"/>
                </a:cubicBezTo>
                <a:lnTo>
                  <a:pt x="153591" y="222629"/>
                </a:lnTo>
                <a:lnTo>
                  <a:pt x="230519" y="261760"/>
                </a:lnTo>
                <a:cubicBezTo>
                  <a:pt x="234784" y="263946"/>
                  <a:pt x="239955" y="263519"/>
                  <a:pt x="243847" y="260694"/>
                </a:cubicBezTo>
                <a:cubicBezTo>
                  <a:pt x="247739" y="257868"/>
                  <a:pt x="249711" y="253123"/>
                  <a:pt x="248965" y="248325"/>
                </a:cubicBezTo>
                <a:lnTo>
                  <a:pt x="235477" y="163080"/>
                </a:lnTo>
                <a:lnTo>
                  <a:pt x="296466" y="102038"/>
                </a:lnTo>
                <a:cubicBezTo>
                  <a:pt x="299878" y="98626"/>
                  <a:pt x="301050" y="93615"/>
                  <a:pt x="299558" y="89030"/>
                </a:cubicBezTo>
                <a:cubicBezTo>
                  <a:pt x="298065" y="84446"/>
                  <a:pt x="294173" y="81087"/>
                  <a:pt x="289375" y="80341"/>
                </a:cubicBezTo>
                <a:lnTo>
                  <a:pt x="204183" y="66799"/>
                </a:lnTo>
                <a:lnTo>
                  <a:pt x="164999" y="-10076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96287" y="6241576"/>
            <a:ext cx="10763534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Adaptability Focus:</a:t>
            </a:r>
            <a:r>
              <a:rPr lang="en-US" sz="11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contributions designed with production deployment in mind—scalable architectures, robust error handling, and comprehensive documentation ensure practical applicability beyond prototype stage.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934" y="408175"/>
            <a:ext cx="70987" cy="425921"/>
          </a:xfrm>
          <a:custGeom>
            <a:avLst/>
            <a:gdLst/>
            <a:ahLst/>
            <a:cxnLst/>
            <a:rect l="l" t="t" r="r" b="b"/>
            <a:pathLst>
              <a:path w="70987" h="425921">
                <a:moveTo>
                  <a:pt x="0" y="0"/>
                </a:moveTo>
                <a:lnTo>
                  <a:pt x="70987" y="0"/>
                </a:lnTo>
                <a:lnTo>
                  <a:pt x="70987" y="425921"/>
                </a:lnTo>
                <a:lnTo>
                  <a:pt x="0" y="42592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2402" y="354934"/>
            <a:ext cx="5838672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kern="0" spc="49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4.2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2402" y="532402"/>
            <a:ext cx="5936279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SLIP: Personal Growth &amp; Transformation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2402" y="958323"/>
            <a:ext cx="11384524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Measurable skill development and knowledge advancement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808" y="1357624"/>
            <a:ext cx="3717939" cy="3629205"/>
          </a:xfrm>
          <a:custGeom>
            <a:avLst/>
            <a:gdLst/>
            <a:ahLst/>
            <a:cxnLst/>
            <a:rect l="l" t="t" r="r" b="b"/>
            <a:pathLst>
              <a:path w="3717939" h="3629205">
                <a:moveTo>
                  <a:pt x="70987" y="0"/>
                </a:moveTo>
                <a:lnTo>
                  <a:pt x="3646952" y="0"/>
                </a:lnTo>
                <a:cubicBezTo>
                  <a:pt x="3686157" y="0"/>
                  <a:pt x="3717939" y="31782"/>
                  <a:pt x="3717939" y="70987"/>
                </a:cubicBezTo>
                <a:lnTo>
                  <a:pt x="3717939" y="3558218"/>
                </a:lnTo>
                <a:cubicBezTo>
                  <a:pt x="3717939" y="3597423"/>
                  <a:pt x="3686157" y="3629205"/>
                  <a:pt x="3646952" y="3629205"/>
                </a:cubicBezTo>
                <a:lnTo>
                  <a:pt x="70987" y="3629205"/>
                </a:lnTo>
                <a:cubicBezTo>
                  <a:pt x="31782" y="3629205"/>
                  <a:pt x="0" y="3597423"/>
                  <a:pt x="0" y="355821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37582" y="1508472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90647" y="1659319"/>
            <a:ext cx="266201" cy="266201"/>
          </a:xfrm>
          <a:custGeom>
            <a:avLst/>
            <a:gdLst/>
            <a:ahLst/>
            <a:cxnLst/>
            <a:rect l="l" t="t" r="r" b="b"/>
            <a:pathLst>
              <a:path w="266201" h="266201">
                <a:moveTo>
                  <a:pt x="178126" y="4887"/>
                </a:moveTo>
                <a:cubicBezTo>
                  <a:pt x="171627" y="-1612"/>
                  <a:pt x="161072" y="-1612"/>
                  <a:pt x="154573" y="4887"/>
                </a:cubicBezTo>
                <a:cubicBezTo>
                  <a:pt x="148074" y="11386"/>
                  <a:pt x="148074" y="21941"/>
                  <a:pt x="154573" y="28440"/>
                </a:cubicBezTo>
                <a:lnTo>
                  <a:pt x="159461" y="33275"/>
                </a:lnTo>
                <a:lnTo>
                  <a:pt x="14610" y="178126"/>
                </a:lnTo>
                <a:cubicBezTo>
                  <a:pt x="5251" y="187484"/>
                  <a:pt x="0" y="200171"/>
                  <a:pt x="0" y="213429"/>
                </a:cubicBezTo>
                <a:lnTo>
                  <a:pt x="0" y="216288"/>
                </a:lnTo>
                <a:cubicBezTo>
                  <a:pt x="0" y="243844"/>
                  <a:pt x="22357" y="266201"/>
                  <a:pt x="49913" y="266201"/>
                </a:cubicBezTo>
                <a:lnTo>
                  <a:pt x="52772" y="266201"/>
                </a:lnTo>
                <a:cubicBezTo>
                  <a:pt x="66030" y="266201"/>
                  <a:pt x="78716" y="260950"/>
                  <a:pt x="88075" y="251591"/>
                </a:cubicBezTo>
                <a:lnTo>
                  <a:pt x="232926" y="106740"/>
                </a:lnTo>
                <a:lnTo>
                  <a:pt x="237813" y="111628"/>
                </a:lnTo>
                <a:cubicBezTo>
                  <a:pt x="244312" y="118127"/>
                  <a:pt x="254867" y="118127"/>
                  <a:pt x="261366" y="111628"/>
                </a:cubicBezTo>
                <a:cubicBezTo>
                  <a:pt x="267865" y="105129"/>
                  <a:pt x="267865" y="94574"/>
                  <a:pt x="261366" y="88075"/>
                </a:cubicBezTo>
                <a:lnTo>
                  <a:pt x="178178" y="4887"/>
                </a:lnTo>
                <a:close/>
                <a:moveTo>
                  <a:pt x="106740" y="133100"/>
                </a:moveTo>
                <a:lnTo>
                  <a:pt x="183013" y="56828"/>
                </a:lnTo>
                <a:lnTo>
                  <a:pt x="209373" y="83188"/>
                </a:lnTo>
                <a:lnTo>
                  <a:pt x="159461" y="133100"/>
                </a:lnTo>
                <a:lnTo>
                  <a:pt x="106688" y="13310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4725" y="2182847"/>
            <a:ext cx="349610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8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Testing Expertise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9092" y="2542218"/>
            <a:ext cx="3407371" cy="647755"/>
          </a:xfrm>
          <a:custGeom>
            <a:avLst/>
            <a:gdLst/>
            <a:ahLst/>
            <a:cxnLst/>
            <a:rect l="l" t="t" r="r" b="b"/>
            <a:pathLst>
              <a:path w="3407371" h="647755">
                <a:moveTo>
                  <a:pt x="70988" y="0"/>
                </a:moveTo>
                <a:lnTo>
                  <a:pt x="3336384" y="0"/>
                </a:lnTo>
                <a:cubicBezTo>
                  <a:pt x="3375589" y="0"/>
                  <a:pt x="3407371" y="31782"/>
                  <a:pt x="3407371" y="70988"/>
                </a:cubicBezTo>
                <a:lnTo>
                  <a:pt x="3407371" y="576768"/>
                </a:lnTo>
                <a:cubicBezTo>
                  <a:pt x="3407371" y="615973"/>
                  <a:pt x="3375589" y="647755"/>
                  <a:pt x="3336384" y="647755"/>
                </a:cubicBezTo>
                <a:lnTo>
                  <a:pt x="70988" y="647755"/>
                </a:lnTo>
                <a:cubicBezTo>
                  <a:pt x="31782" y="647755"/>
                  <a:pt x="0" y="615973"/>
                  <a:pt x="0" y="576768"/>
                </a:cubicBezTo>
                <a:lnTo>
                  <a:pt x="0" y="70988"/>
                </a:lnTo>
                <a:cubicBezTo>
                  <a:pt x="0" y="31782"/>
                  <a:pt x="31782" y="0"/>
                  <a:pt x="709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009" y="2653135"/>
            <a:ext cx="3247651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009" y="2866096"/>
            <a:ext cx="325652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testing knowledge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41669" y="3300891"/>
            <a:ext cx="159721" cy="212961"/>
          </a:xfrm>
          <a:custGeom>
            <a:avLst/>
            <a:gdLst/>
            <a:ahLst/>
            <a:cxnLst/>
            <a:rect l="l" t="t" r="r" b="b"/>
            <a:pathLst>
              <a:path w="159721" h="212961">
                <a:moveTo>
                  <a:pt x="70460" y="209051"/>
                </a:moveTo>
                <a:cubicBezTo>
                  <a:pt x="75659" y="214250"/>
                  <a:pt x="84103" y="214250"/>
                  <a:pt x="89302" y="209051"/>
                </a:cubicBezTo>
                <a:lnTo>
                  <a:pt x="155852" y="142501"/>
                </a:lnTo>
                <a:cubicBezTo>
                  <a:pt x="161052" y="137301"/>
                  <a:pt x="161052" y="128858"/>
                  <a:pt x="155852" y="123659"/>
                </a:cubicBezTo>
                <a:cubicBezTo>
                  <a:pt x="150653" y="118459"/>
                  <a:pt x="142209" y="118459"/>
                  <a:pt x="137010" y="123659"/>
                </a:cubicBezTo>
                <a:lnTo>
                  <a:pt x="93170" y="167499"/>
                </a:lnTo>
                <a:lnTo>
                  <a:pt x="93170" y="13310"/>
                </a:lnTo>
                <a:cubicBezTo>
                  <a:pt x="93170" y="5948"/>
                  <a:pt x="87222" y="0"/>
                  <a:pt x="79860" y="0"/>
                </a:cubicBezTo>
                <a:cubicBezTo>
                  <a:pt x="72498" y="0"/>
                  <a:pt x="66550" y="5948"/>
                  <a:pt x="66550" y="13310"/>
                </a:cubicBezTo>
                <a:lnTo>
                  <a:pt x="66550" y="167499"/>
                </a:lnTo>
                <a:lnTo>
                  <a:pt x="22710" y="123659"/>
                </a:lnTo>
                <a:cubicBezTo>
                  <a:pt x="17511" y="118459"/>
                  <a:pt x="9067" y="118459"/>
                  <a:pt x="3868" y="123659"/>
                </a:cubicBezTo>
                <a:cubicBezTo>
                  <a:pt x="-1331" y="128858"/>
                  <a:pt x="-1331" y="137301"/>
                  <a:pt x="3868" y="142501"/>
                </a:cubicBezTo>
                <a:lnTo>
                  <a:pt x="70418" y="209051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4655" y="3620332"/>
            <a:ext cx="3416245" cy="638882"/>
          </a:xfrm>
          <a:custGeom>
            <a:avLst/>
            <a:gdLst/>
            <a:ahLst/>
            <a:cxnLst/>
            <a:rect l="l" t="t" r="r" b="b"/>
            <a:pathLst>
              <a:path w="3416245" h="638882">
                <a:moveTo>
                  <a:pt x="70986" y="0"/>
                </a:moveTo>
                <a:lnTo>
                  <a:pt x="3345258" y="0"/>
                </a:lnTo>
                <a:cubicBezTo>
                  <a:pt x="3384463" y="0"/>
                  <a:pt x="3416245" y="31782"/>
                  <a:pt x="3416245" y="70986"/>
                </a:cubicBezTo>
                <a:lnTo>
                  <a:pt x="3416245" y="567896"/>
                </a:lnTo>
                <a:cubicBezTo>
                  <a:pt x="3416245" y="607100"/>
                  <a:pt x="3384463" y="638882"/>
                  <a:pt x="3345258" y="638882"/>
                </a:cubicBezTo>
                <a:lnTo>
                  <a:pt x="70986" y="638882"/>
                </a:lnTo>
                <a:cubicBezTo>
                  <a:pt x="31782" y="638882"/>
                  <a:pt x="0" y="607100"/>
                  <a:pt x="0" y="567896"/>
                </a:cubicBezTo>
                <a:lnTo>
                  <a:pt x="0" y="70986"/>
                </a:lnTo>
                <a:cubicBezTo>
                  <a:pt x="0" y="31782"/>
                  <a:pt x="31782" y="0"/>
                  <a:pt x="70986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135" y="3726812"/>
            <a:ext cx="326539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135" y="3939773"/>
            <a:ext cx="327427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testing + automation understanding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4655" y="4370131"/>
            <a:ext cx="3416245" cy="8873"/>
          </a:xfrm>
          <a:custGeom>
            <a:avLst/>
            <a:gdLst/>
            <a:ahLst/>
            <a:cxnLst/>
            <a:rect l="l" t="t" r="r" b="b"/>
            <a:pathLst>
              <a:path w="3416245" h="8873">
                <a:moveTo>
                  <a:pt x="0" y="0"/>
                </a:moveTo>
                <a:lnTo>
                  <a:pt x="3416245" y="0"/>
                </a:lnTo>
                <a:lnTo>
                  <a:pt x="341624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598" y="4481048"/>
            <a:ext cx="347835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8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Growth:</a:t>
            </a:r>
            <a:r>
              <a:rPr lang="en-US" sz="978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Playwright, Selenium, API testing, CI/CD integration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39110" y="1357624"/>
            <a:ext cx="3717939" cy="3629205"/>
          </a:xfrm>
          <a:custGeom>
            <a:avLst/>
            <a:gdLst/>
            <a:ahLst/>
            <a:cxnLst/>
            <a:rect l="l" t="t" r="r" b="b"/>
            <a:pathLst>
              <a:path w="3717939" h="3629205">
                <a:moveTo>
                  <a:pt x="70987" y="0"/>
                </a:moveTo>
                <a:lnTo>
                  <a:pt x="3646952" y="0"/>
                </a:lnTo>
                <a:cubicBezTo>
                  <a:pt x="3686157" y="0"/>
                  <a:pt x="3717939" y="31782"/>
                  <a:pt x="3717939" y="70987"/>
                </a:cubicBezTo>
                <a:lnTo>
                  <a:pt x="3717939" y="3558218"/>
                </a:lnTo>
                <a:cubicBezTo>
                  <a:pt x="3717939" y="3597423"/>
                  <a:pt x="3686157" y="3629205"/>
                  <a:pt x="3646952" y="3629205"/>
                </a:cubicBezTo>
                <a:lnTo>
                  <a:pt x="70987" y="3629205"/>
                </a:lnTo>
                <a:cubicBezTo>
                  <a:pt x="31782" y="3629205"/>
                  <a:pt x="0" y="3597423"/>
                  <a:pt x="0" y="355821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12884" y="1508472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65950" y="1659319"/>
            <a:ext cx="266201" cy="266201"/>
          </a:xfrm>
          <a:custGeom>
            <a:avLst/>
            <a:gdLst/>
            <a:ahLst/>
            <a:cxnLst/>
            <a:rect l="l" t="t" r="r" b="b"/>
            <a:pathLst>
              <a:path w="266201" h="266201">
                <a:moveTo>
                  <a:pt x="62391" y="29116"/>
                </a:moveTo>
                <a:cubicBezTo>
                  <a:pt x="62391" y="13050"/>
                  <a:pt x="75441" y="0"/>
                  <a:pt x="91507" y="0"/>
                </a:cubicBezTo>
                <a:lnTo>
                  <a:pt x="103985" y="0"/>
                </a:lnTo>
                <a:cubicBezTo>
                  <a:pt x="113187" y="0"/>
                  <a:pt x="120622" y="7435"/>
                  <a:pt x="120622" y="16638"/>
                </a:cubicBezTo>
                <a:lnTo>
                  <a:pt x="120622" y="249563"/>
                </a:lnTo>
                <a:cubicBezTo>
                  <a:pt x="120622" y="258766"/>
                  <a:pt x="113187" y="266201"/>
                  <a:pt x="103985" y="266201"/>
                </a:cubicBezTo>
                <a:lnTo>
                  <a:pt x="87347" y="266201"/>
                </a:lnTo>
                <a:cubicBezTo>
                  <a:pt x="71853" y="266201"/>
                  <a:pt x="58803" y="255594"/>
                  <a:pt x="55112" y="241245"/>
                </a:cubicBezTo>
                <a:cubicBezTo>
                  <a:pt x="54748" y="241245"/>
                  <a:pt x="54436" y="241245"/>
                  <a:pt x="54072" y="241245"/>
                </a:cubicBezTo>
                <a:cubicBezTo>
                  <a:pt x="31091" y="241245"/>
                  <a:pt x="12478" y="222631"/>
                  <a:pt x="12478" y="199651"/>
                </a:cubicBezTo>
                <a:cubicBezTo>
                  <a:pt x="12478" y="190292"/>
                  <a:pt x="15598" y="181661"/>
                  <a:pt x="20797" y="174694"/>
                </a:cubicBezTo>
                <a:cubicBezTo>
                  <a:pt x="10710" y="167103"/>
                  <a:pt x="4159" y="155041"/>
                  <a:pt x="4159" y="141419"/>
                </a:cubicBezTo>
                <a:cubicBezTo>
                  <a:pt x="4159" y="125354"/>
                  <a:pt x="13310" y="111368"/>
                  <a:pt x="26620" y="104453"/>
                </a:cubicBezTo>
                <a:cubicBezTo>
                  <a:pt x="22929" y="98214"/>
                  <a:pt x="20797" y="90935"/>
                  <a:pt x="20797" y="83188"/>
                </a:cubicBezTo>
                <a:cubicBezTo>
                  <a:pt x="20797" y="60207"/>
                  <a:pt x="39410" y="41594"/>
                  <a:pt x="62391" y="41594"/>
                </a:cubicBezTo>
                <a:lnTo>
                  <a:pt x="62391" y="29116"/>
                </a:lnTo>
                <a:close/>
                <a:moveTo>
                  <a:pt x="203810" y="29116"/>
                </a:moveTo>
                <a:lnTo>
                  <a:pt x="203810" y="41594"/>
                </a:lnTo>
                <a:cubicBezTo>
                  <a:pt x="226791" y="41594"/>
                  <a:pt x="245404" y="60207"/>
                  <a:pt x="245404" y="83188"/>
                </a:cubicBezTo>
                <a:cubicBezTo>
                  <a:pt x="245404" y="90987"/>
                  <a:pt x="243272" y="98266"/>
                  <a:pt x="239581" y="104453"/>
                </a:cubicBezTo>
                <a:cubicBezTo>
                  <a:pt x="252943" y="111368"/>
                  <a:pt x="262041" y="125302"/>
                  <a:pt x="262041" y="141419"/>
                </a:cubicBezTo>
                <a:cubicBezTo>
                  <a:pt x="262041" y="155041"/>
                  <a:pt x="255490" y="167103"/>
                  <a:pt x="245404" y="174694"/>
                </a:cubicBezTo>
                <a:cubicBezTo>
                  <a:pt x="250603" y="181661"/>
                  <a:pt x="253723" y="190292"/>
                  <a:pt x="253723" y="199651"/>
                </a:cubicBezTo>
                <a:cubicBezTo>
                  <a:pt x="253723" y="222631"/>
                  <a:pt x="235109" y="241245"/>
                  <a:pt x="212129" y="241245"/>
                </a:cubicBezTo>
                <a:cubicBezTo>
                  <a:pt x="211765" y="241245"/>
                  <a:pt x="211453" y="241245"/>
                  <a:pt x="211089" y="241245"/>
                </a:cubicBezTo>
                <a:cubicBezTo>
                  <a:pt x="207398" y="255594"/>
                  <a:pt x="194347" y="266201"/>
                  <a:pt x="178854" y="266201"/>
                </a:cubicBezTo>
                <a:lnTo>
                  <a:pt x="162216" y="266201"/>
                </a:lnTo>
                <a:cubicBezTo>
                  <a:pt x="153014" y="266201"/>
                  <a:pt x="145579" y="258766"/>
                  <a:pt x="145579" y="249563"/>
                </a:cubicBezTo>
                <a:lnTo>
                  <a:pt x="145579" y="16638"/>
                </a:lnTo>
                <a:cubicBezTo>
                  <a:pt x="145579" y="7435"/>
                  <a:pt x="153014" y="0"/>
                  <a:pt x="162216" y="0"/>
                </a:cubicBezTo>
                <a:lnTo>
                  <a:pt x="174694" y="0"/>
                </a:lnTo>
                <a:cubicBezTo>
                  <a:pt x="190760" y="0"/>
                  <a:pt x="203810" y="13050"/>
                  <a:pt x="203810" y="29116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0027" y="2182847"/>
            <a:ext cx="349610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8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 Knowledge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94394" y="2542218"/>
            <a:ext cx="3407371" cy="647755"/>
          </a:xfrm>
          <a:custGeom>
            <a:avLst/>
            <a:gdLst/>
            <a:ahLst/>
            <a:cxnLst/>
            <a:rect l="l" t="t" r="r" b="b"/>
            <a:pathLst>
              <a:path w="3407371" h="647755">
                <a:moveTo>
                  <a:pt x="70988" y="0"/>
                </a:moveTo>
                <a:lnTo>
                  <a:pt x="3336384" y="0"/>
                </a:lnTo>
                <a:cubicBezTo>
                  <a:pt x="3375589" y="0"/>
                  <a:pt x="3407371" y="31782"/>
                  <a:pt x="3407371" y="70988"/>
                </a:cubicBezTo>
                <a:lnTo>
                  <a:pt x="3407371" y="576768"/>
                </a:lnTo>
                <a:cubicBezTo>
                  <a:pt x="3407371" y="615973"/>
                  <a:pt x="3375589" y="647755"/>
                  <a:pt x="3336384" y="647755"/>
                </a:cubicBezTo>
                <a:lnTo>
                  <a:pt x="70988" y="647755"/>
                </a:lnTo>
                <a:cubicBezTo>
                  <a:pt x="31782" y="647755"/>
                  <a:pt x="0" y="615973"/>
                  <a:pt x="0" y="576768"/>
                </a:cubicBezTo>
                <a:lnTo>
                  <a:pt x="0" y="70988"/>
                </a:lnTo>
                <a:cubicBezTo>
                  <a:pt x="0" y="31782"/>
                  <a:pt x="31782" y="0"/>
                  <a:pt x="709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05311" y="2653135"/>
            <a:ext cx="3247651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05311" y="2866096"/>
            <a:ext cx="325652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AI concepts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16972" y="3300891"/>
            <a:ext cx="159721" cy="212961"/>
          </a:xfrm>
          <a:custGeom>
            <a:avLst/>
            <a:gdLst/>
            <a:ahLst/>
            <a:cxnLst/>
            <a:rect l="l" t="t" r="r" b="b"/>
            <a:pathLst>
              <a:path w="159721" h="212961">
                <a:moveTo>
                  <a:pt x="70460" y="209051"/>
                </a:moveTo>
                <a:cubicBezTo>
                  <a:pt x="75659" y="214250"/>
                  <a:pt x="84103" y="214250"/>
                  <a:pt x="89302" y="209051"/>
                </a:cubicBezTo>
                <a:lnTo>
                  <a:pt x="155852" y="142501"/>
                </a:lnTo>
                <a:cubicBezTo>
                  <a:pt x="161052" y="137301"/>
                  <a:pt x="161052" y="128858"/>
                  <a:pt x="155852" y="123659"/>
                </a:cubicBezTo>
                <a:cubicBezTo>
                  <a:pt x="150653" y="118459"/>
                  <a:pt x="142209" y="118459"/>
                  <a:pt x="137010" y="123659"/>
                </a:cubicBezTo>
                <a:lnTo>
                  <a:pt x="93170" y="167499"/>
                </a:lnTo>
                <a:lnTo>
                  <a:pt x="93170" y="13310"/>
                </a:lnTo>
                <a:cubicBezTo>
                  <a:pt x="93170" y="5948"/>
                  <a:pt x="87222" y="0"/>
                  <a:pt x="79860" y="0"/>
                </a:cubicBezTo>
                <a:cubicBezTo>
                  <a:pt x="72498" y="0"/>
                  <a:pt x="66550" y="5948"/>
                  <a:pt x="66550" y="13310"/>
                </a:cubicBezTo>
                <a:lnTo>
                  <a:pt x="66550" y="167499"/>
                </a:lnTo>
                <a:lnTo>
                  <a:pt x="22710" y="123659"/>
                </a:lnTo>
                <a:cubicBezTo>
                  <a:pt x="17511" y="118459"/>
                  <a:pt x="9067" y="118459"/>
                  <a:pt x="3868" y="123659"/>
                </a:cubicBezTo>
                <a:cubicBezTo>
                  <a:pt x="-1331" y="128858"/>
                  <a:pt x="-1331" y="137301"/>
                  <a:pt x="3868" y="142501"/>
                </a:cubicBezTo>
                <a:lnTo>
                  <a:pt x="70418" y="209051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957" y="3620332"/>
            <a:ext cx="3416245" cy="638882"/>
          </a:xfrm>
          <a:custGeom>
            <a:avLst/>
            <a:gdLst/>
            <a:ahLst/>
            <a:cxnLst/>
            <a:rect l="l" t="t" r="r" b="b"/>
            <a:pathLst>
              <a:path w="3416245" h="638882">
                <a:moveTo>
                  <a:pt x="70986" y="0"/>
                </a:moveTo>
                <a:lnTo>
                  <a:pt x="3345258" y="0"/>
                </a:lnTo>
                <a:cubicBezTo>
                  <a:pt x="3384463" y="0"/>
                  <a:pt x="3416245" y="31782"/>
                  <a:pt x="3416245" y="70986"/>
                </a:cubicBezTo>
                <a:lnTo>
                  <a:pt x="3416245" y="567896"/>
                </a:lnTo>
                <a:cubicBezTo>
                  <a:pt x="3416245" y="607100"/>
                  <a:pt x="3384463" y="638882"/>
                  <a:pt x="3345258" y="638882"/>
                </a:cubicBezTo>
                <a:lnTo>
                  <a:pt x="70986" y="638882"/>
                </a:lnTo>
                <a:cubicBezTo>
                  <a:pt x="31782" y="638882"/>
                  <a:pt x="0" y="607100"/>
                  <a:pt x="0" y="567896"/>
                </a:cubicBezTo>
                <a:lnTo>
                  <a:pt x="0" y="70986"/>
                </a:lnTo>
                <a:cubicBezTo>
                  <a:pt x="0" y="31782"/>
                  <a:pt x="31782" y="0"/>
                  <a:pt x="70986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96438" y="3726812"/>
            <a:ext cx="326539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6438" y="3939773"/>
            <a:ext cx="327427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Multi-agent system design capability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89957" y="4370131"/>
            <a:ext cx="3416245" cy="8873"/>
          </a:xfrm>
          <a:custGeom>
            <a:avLst/>
            <a:gdLst/>
            <a:ahLst/>
            <a:cxnLst/>
            <a:rect l="l" t="t" r="r" b="b"/>
            <a:pathLst>
              <a:path w="3416245" h="8873">
                <a:moveTo>
                  <a:pt x="0" y="0"/>
                </a:moveTo>
                <a:lnTo>
                  <a:pt x="3416245" y="0"/>
                </a:lnTo>
                <a:lnTo>
                  <a:pt x="341624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1F293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58901" y="4481048"/>
            <a:ext cx="3478358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8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Growth:</a:t>
            </a:r>
            <a:r>
              <a:rPr lang="en-US" sz="978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LangGraph, LLM APIs, agent orchestration, prompt engineering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14413" y="1357624"/>
            <a:ext cx="3717939" cy="3629205"/>
          </a:xfrm>
          <a:custGeom>
            <a:avLst/>
            <a:gdLst/>
            <a:ahLst/>
            <a:cxnLst/>
            <a:rect l="l" t="t" r="r" b="b"/>
            <a:pathLst>
              <a:path w="3717939" h="3629205">
                <a:moveTo>
                  <a:pt x="70987" y="0"/>
                </a:moveTo>
                <a:lnTo>
                  <a:pt x="3646952" y="0"/>
                </a:lnTo>
                <a:cubicBezTo>
                  <a:pt x="3686157" y="0"/>
                  <a:pt x="3717939" y="31782"/>
                  <a:pt x="3717939" y="70987"/>
                </a:cubicBezTo>
                <a:lnTo>
                  <a:pt x="3717939" y="3558218"/>
                </a:lnTo>
                <a:cubicBezTo>
                  <a:pt x="3717939" y="3597423"/>
                  <a:pt x="3686157" y="3629205"/>
                  <a:pt x="3646952" y="3629205"/>
                </a:cubicBezTo>
                <a:lnTo>
                  <a:pt x="70987" y="3629205"/>
                </a:lnTo>
                <a:cubicBezTo>
                  <a:pt x="31782" y="3629205"/>
                  <a:pt x="0" y="3597423"/>
                  <a:pt x="0" y="355821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688325" y="1508472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824753" y="1659319"/>
            <a:ext cx="299476" cy="266201"/>
          </a:xfrm>
          <a:custGeom>
            <a:avLst/>
            <a:gdLst/>
            <a:ahLst/>
            <a:cxnLst/>
            <a:rect l="l" t="t" r="r" b="b"/>
            <a:pathLst>
              <a:path w="299476" h="266201">
                <a:moveTo>
                  <a:pt x="116515" y="50485"/>
                </a:moveTo>
                <a:lnTo>
                  <a:pt x="116515" y="76273"/>
                </a:lnTo>
                <a:lnTo>
                  <a:pt x="116775" y="76533"/>
                </a:lnTo>
                <a:cubicBezTo>
                  <a:pt x="120154" y="33691"/>
                  <a:pt x="155977" y="0"/>
                  <a:pt x="199703" y="0"/>
                </a:cubicBezTo>
                <a:cubicBezTo>
                  <a:pt x="210153" y="0"/>
                  <a:pt x="220188" y="1924"/>
                  <a:pt x="229390" y="5459"/>
                </a:cubicBezTo>
                <a:cubicBezTo>
                  <a:pt x="234590" y="7435"/>
                  <a:pt x="235525" y="14038"/>
                  <a:pt x="231626" y="17989"/>
                </a:cubicBezTo>
                <a:lnTo>
                  <a:pt x="185509" y="64107"/>
                </a:lnTo>
                <a:cubicBezTo>
                  <a:pt x="183949" y="65666"/>
                  <a:pt x="183065" y="67798"/>
                  <a:pt x="183065" y="69982"/>
                </a:cubicBezTo>
                <a:lnTo>
                  <a:pt x="183065" y="91507"/>
                </a:lnTo>
                <a:cubicBezTo>
                  <a:pt x="183065" y="96082"/>
                  <a:pt x="186809" y="99825"/>
                  <a:pt x="191384" y="99825"/>
                </a:cubicBezTo>
                <a:lnTo>
                  <a:pt x="212909" y="99825"/>
                </a:lnTo>
                <a:cubicBezTo>
                  <a:pt x="215092" y="99825"/>
                  <a:pt x="217224" y="98941"/>
                  <a:pt x="218784" y="97382"/>
                </a:cubicBezTo>
                <a:lnTo>
                  <a:pt x="264901" y="51264"/>
                </a:lnTo>
                <a:cubicBezTo>
                  <a:pt x="268852" y="47313"/>
                  <a:pt x="275456" y="48301"/>
                  <a:pt x="277431" y="53500"/>
                </a:cubicBezTo>
                <a:cubicBezTo>
                  <a:pt x="280967" y="62703"/>
                  <a:pt x="282890" y="72737"/>
                  <a:pt x="282890" y="83188"/>
                </a:cubicBezTo>
                <a:cubicBezTo>
                  <a:pt x="282890" y="114695"/>
                  <a:pt x="265369" y="142147"/>
                  <a:pt x="239477" y="156237"/>
                </a:cubicBezTo>
                <a:lnTo>
                  <a:pt x="281851" y="198611"/>
                </a:lnTo>
                <a:cubicBezTo>
                  <a:pt x="291573" y="208333"/>
                  <a:pt x="291573" y="224139"/>
                  <a:pt x="281851" y="233914"/>
                </a:cubicBezTo>
                <a:lnTo>
                  <a:pt x="250603" y="265161"/>
                </a:lnTo>
                <a:cubicBezTo>
                  <a:pt x="240881" y="274884"/>
                  <a:pt x="225075" y="274884"/>
                  <a:pt x="215300" y="265161"/>
                </a:cubicBezTo>
                <a:lnTo>
                  <a:pt x="149790" y="199651"/>
                </a:lnTo>
                <a:cubicBezTo>
                  <a:pt x="135544" y="185405"/>
                  <a:pt x="132321" y="164348"/>
                  <a:pt x="140171" y="146982"/>
                </a:cubicBezTo>
                <a:lnTo>
                  <a:pt x="93014" y="99825"/>
                </a:lnTo>
                <a:lnTo>
                  <a:pt x="67226" y="99825"/>
                </a:lnTo>
                <a:cubicBezTo>
                  <a:pt x="61663" y="99825"/>
                  <a:pt x="56464" y="97070"/>
                  <a:pt x="53396" y="92442"/>
                </a:cubicBezTo>
                <a:lnTo>
                  <a:pt x="12166" y="30623"/>
                </a:lnTo>
                <a:cubicBezTo>
                  <a:pt x="9983" y="27348"/>
                  <a:pt x="10398" y="22929"/>
                  <a:pt x="13206" y="20121"/>
                </a:cubicBezTo>
                <a:lnTo>
                  <a:pt x="36811" y="-3483"/>
                </a:lnTo>
                <a:cubicBezTo>
                  <a:pt x="39618" y="-6291"/>
                  <a:pt x="43986" y="-6707"/>
                  <a:pt x="47313" y="-4523"/>
                </a:cubicBezTo>
                <a:lnTo>
                  <a:pt x="109132" y="36655"/>
                </a:lnTo>
                <a:cubicBezTo>
                  <a:pt x="113759" y="39722"/>
                  <a:pt x="116515" y="44921"/>
                  <a:pt x="116515" y="50485"/>
                </a:cubicBezTo>
                <a:close/>
                <a:moveTo>
                  <a:pt x="112096" y="154209"/>
                </a:moveTo>
                <a:cubicBezTo>
                  <a:pt x="108820" y="173447"/>
                  <a:pt x="113343" y="193776"/>
                  <a:pt x="125822" y="210049"/>
                </a:cubicBezTo>
                <a:lnTo>
                  <a:pt x="76429" y="259390"/>
                </a:lnTo>
                <a:cubicBezTo>
                  <a:pt x="61819" y="274000"/>
                  <a:pt x="38110" y="274000"/>
                  <a:pt x="23501" y="259390"/>
                </a:cubicBezTo>
                <a:cubicBezTo>
                  <a:pt x="8891" y="244780"/>
                  <a:pt x="8891" y="221072"/>
                  <a:pt x="23501" y="206462"/>
                </a:cubicBezTo>
                <a:lnTo>
                  <a:pt x="93898" y="136064"/>
                </a:lnTo>
                <a:lnTo>
                  <a:pt x="112096" y="154261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5330" y="2182847"/>
            <a:ext cx="349610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8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Decision Making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9697" y="2542218"/>
            <a:ext cx="3407371" cy="647755"/>
          </a:xfrm>
          <a:custGeom>
            <a:avLst/>
            <a:gdLst/>
            <a:ahLst/>
            <a:cxnLst/>
            <a:rect l="l" t="t" r="r" b="b"/>
            <a:pathLst>
              <a:path w="3407371" h="647755">
                <a:moveTo>
                  <a:pt x="70988" y="0"/>
                </a:moveTo>
                <a:lnTo>
                  <a:pt x="3336384" y="0"/>
                </a:lnTo>
                <a:cubicBezTo>
                  <a:pt x="3375589" y="0"/>
                  <a:pt x="3407371" y="31782"/>
                  <a:pt x="3407371" y="70988"/>
                </a:cubicBezTo>
                <a:lnTo>
                  <a:pt x="3407371" y="576768"/>
                </a:lnTo>
                <a:cubicBezTo>
                  <a:pt x="3407371" y="615973"/>
                  <a:pt x="3375589" y="647755"/>
                  <a:pt x="3336384" y="647755"/>
                </a:cubicBezTo>
                <a:lnTo>
                  <a:pt x="70988" y="647755"/>
                </a:lnTo>
                <a:cubicBezTo>
                  <a:pt x="31782" y="647755"/>
                  <a:pt x="0" y="615973"/>
                  <a:pt x="0" y="576768"/>
                </a:cubicBezTo>
                <a:lnTo>
                  <a:pt x="0" y="70988"/>
                </a:lnTo>
                <a:cubicBezTo>
                  <a:pt x="0" y="31782"/>
                  <a:pt x="31782" y="0"/>
                  <a:pt x="709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80614" y="2653135"/>
            <a:ext cx="3247651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80614" y="2866096"/>
            <a:ext cx="325652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usage proficiency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892413" y="3300891"/>
            <a:ext cx="159721" cy="212961"/>
          </a:xfrm>
          <a:custGeom>
            <a:avLst/>
            <a:gdLst/>
            <a:ahLst/>
            <a:cxnLst/>
            <a:rect l="l" t="t" r="r" b="b"/>
            <a:pathLst>
              <a:path w="159721" h="212961">
                <a:moveTo>
                  <a:pt x="70460" y="209051"/>
                </a:moveTo>
                <a:cubicBezTo>
                  <a:pt x="75659" y="214250"/>
                  <a:pt x="84103" y="214250"/>
                  <a:pt x="89302" y="209051"/>
                </a:cubicBezTo>
                <a:lnTo>
                  <a:pt x="155852" y="142501"/>
                </a:lnTo>
                <a:cubicBezTo>
                  <a:pt x="161052" y="137301"/>
                  <a:pt x="161052" y="128858"/>
                  <a:pt x="155852" y="123659"/>
                </a:cubicBezTo>
                <a:cubicBezTo>
                  <a:pt x="150653" y="118459"/>
                  <a:pt x="142209" y="118459"/>
                  <a:pt x="137010" y="123659"/>
                </a:cubicBezTo>
                <a:lnTo>
                  <a:pt x="93170" y="167499"/>
                </a:lnTo>
                <a:lnTo>
                  <a:pt x="93170" y="13310"/>
                </a:lnTo>
                <a:cubicBezTo>
                  <a:pt x="93170" y="5948"/>
                  <a:pt x="87222" y="0"/>
                  <a:pt x="79860" y="0"/>
                </a:cubicBezTo>
                <a:cubicBezTo>
                  <a:pt x="72498" y="0"/>
                  <a:pt x="66550" y="5948"/>
                  <a:pt x="66550" y="13310"/>
                </a:cubicBezTo>
                <a:lnTo>
                  <a:pt x="66550" y="167499"/>
                </a:lnTo>
                <a:lnTo>
                  <a:pt x="22710" y="123659"/>
                </a:lnTo>
                <a:cubicBezTo>
                  <a:pt x="17511" y="118459"/>
                  <a:pt x="9067" y="118459"/>
                  <a:pt x="3868" y="123659"/>
                </a:cubicBezTo>
                <a:cubicBezTo>
                  <a:pt x="-1331" y="128858"/>
                  <a:pt x="-1331" y="137301"/>
                  <a:pt x="3868" y="142501"/>
                </a:cubicBezTo>
                <a:lnTo>
                  <a:pt x="70418" y="209051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65260" y="3620332"/>
            <a:ext cx="3416245" cy="638882"/>
          </a:xfrm>
          <a:custGeom>
            <a:avLst/>
            <a:gdLst/>
            <a:ahLst/>
            <a:cxnLst/>
            <a:rect l="l" t="t" r="r" b="b"/>
            <a:pathLst>
              <a:path w="3416245" h="638882">
                <a:moveTo>
                  <a:pt x="70986" y="0"/>
                </a:moveTo>
                <a:lnTo>
                  <a:pt x="3345258" y="0"/>
                </a:lnTo>
                <a:cubicBezTo>
                  <a:pt x="3384463" y="0"/>
                  <a:pt x="3416245" y="31782"/>
                  <a:pt x="3416245" y="70986"/>
                </a:cubicBezTo>
                <a:lnTo>
                  <a:pt x="3416245" y="567896"/>
                </a:lnTo>
                <a:cubicBezTo>
                  <a:pt x="3416245" y="607100"/>
                  <a:pt x="3384463" y="638882"/>
                  <a:pt x="3345258" y="638882"/>
                </a:cubicBezTo>
                <a:lnTo>
                  <a:pt x="70986" y="638882"/>
                </a:lnTo>
                <a:cubicBezTo>
                  <a:pt x="31782" y="638882"/>
                  <a:pt x="0" y="607100"/>
                  <a:pt x="0" y="567896"/>
                </a:cubicBezTo>
                <a:lnTo>
                  <a:pt x="0" y="70986"/>
                </a:lnTo>
                <a:cubicBezTo>
                  <a:pt x="0" y="31782"/>
                  <a:pt x="31782" y="0"/>
                  <a:pt x="70986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71740" y="3726812"/>
            <a:ext cx="326539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71740" y="3939773"/>
            <a:ext cx="327427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decision-making skills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65260" y="4370131"/>
            <a:ext cx="3416245" cy="8873"/>
          </a:xfrm>
          <a:custGeom>
            <a:avLst/>
            <a:gdLst/>
            <a:ahLst/>
            <a:cxnLst/>
            <a:rect l="l" t="t" r="r" b="b"/>
            <a:pathLst>
              <a:path w="3416245" h="8873">
                <a:moveTo>
                  <a:pt x="0" y="0"/>
                </a:moveTo>
                <a:lnTo>
                  <a:pt x="3416245" y="0"/>
                </a:lnTo>
                <a:lnTo>
                  <a:pt x="3416245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34203" y="4481048"/>
            <a:ext cx="3478358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8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Growth:</a:t>
            </a:r>
            <a:r>
              <a:rPr lang="en-US" sz="978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Framework evaluation, system design, technical leadership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59371" y="5142114"/>
            <a:ext cx="2759616" cy="825223"/>
          </a:xfrm>
          <a:custGeom>
            <a:avLst/>
            <a:gdLst/>
            <a:ahLst/>
            <a:cxnLst/>
            <a:rect l="l" t="t" r="r" b="b"/>
            <a:pathLst>
              <a:path w="2759616" h="825223">
                <a:moveTo>
                  <a:pt x="70986" y="0"/>
                </a:moveTo>
                <a:lnTo>
                  <a:pt x="2688630" y="0"/>
                </a:lnTo>
                <a:cubicBezTo>
                  <a:pt x="2727834" y="0"/>
                  <a:pt x="2759616" y="31781"/>
                  <a:pt x="2759616" y="70986"/>
                </a:cubicBezTo>
                <a:lnTo>
                  <a:pt x="2759616" y="754237"/>
                </a:lnTo>
                <a:cubicBezTo>
                  <a:pt x="2759616" y="793441"/>
                  <a:pt x="2727834" y="825223"/>
                  <a:pt x="2688630" y="825223"/>
                </a:cubicBezTo>
                <a:lnTo>
                  <a:pt x="70986" y="825223"/>
                </a:lnTo>
                <a:cubicBezTo>
                  <a:pt x="31808" y="825223"/>
                  <a:pt x="0" y="793415"/>
                  <a:pt x="0" y="754237"/>
                </a:cubicBezTo>
                <a:lnTo>
                  <a:pt x="0" y="70986"/>
                </a:lnTo>
                <a:cubicBezTo>
                  <a:pt x="0" y="31808"/>
                  <a:pt x="31808" y="0"/>
                  <a:pt x="70986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39231" y="5288524"/>
            <a:ext cx="2599895" cy="31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9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15+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4725" y="5643459"/>
            <a:ext cx="252890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8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Learned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65813" y="5142114"/>
            <a:ext cx="2759616" cy="825223"/>
          </a:xfrm>
          <a:custGeom>
            <a:avLst/>
            <a:gdLst/>
            <a:ahLst/>
            <a:cxnLst/>
            <a:rect l="l" t="t" r="r" b="b"/>
            <a:pathLst>
              <a:path w="2759616" h="825223">
                <a:moveTo>
                  <a:pt x="70986" y="0"/>
                </a:moveTo>
                <a:lnTo>
                  <a:pt x="2688630" y="0"/>
                </a:lnTo>
                <a:cubicBezTo>
                  <a:pt x="2727834" y="0"/>
                  <a:pt x="2759616" y="31781"/>
                  <a:pt x="2759616" y="70986"/>
                </a:cubicBezTo>
                <a:lnTo>
                  <a:pt x="2759616" y="754237"/>
                </a:lnTo>
                <a:cubicBezTo>
                  <a:pt x="2759616" y="793441"/>
                  <a:pt x="2727834" y="825223"/>
                  <a:pt x="2688630" y="825223"/>
                </a:cubicBezTo>
                <a:lnTo>
                  <a:pt x="70986" y="825223"/>
                </a:lnTo>
                <a:cubicBezTo>
                  <a:pt x="31808" y="825223"/>
                  <a:pt x="0" y="793415"/>
                  <a:pt x="0" y="754237"/>
                </a:cubicBezTo>
                <a:lnTo>
                  <a:pt x="0" y="70986"/>
                </a:lnTo>
                <a:cubicBezTo>
                  <a:pt x="0" y="31808"/>
                  <a:pt x="31808" y="0"/>
                  <a:pt x="70986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 w="12700">
            <a:solidFill>
              <a:srgbClr val="1F29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45674" y="5288524"/>
            <a:ext cx="2599895" cy="31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9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381167" y="5643459"/>
            <a:ext cx="252890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8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POCs Delivered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2394" y="5142114"/>
            <a:ext cx="2759616" cy="825223"/>
          </a:xfrm>
          <a:custGeom>
            <a:avLst/>
            <a:gdLst/>
            <a:ahLst/>
            <a:cxnLst/>
            <a:rect l="l" t="t" r="r" b="b"/>
            <a:pathLst>
              <a:path w="2759616" h="825223">
                <a:moveTo>
                  <a:pt x="70986" y="0"/>
                </a:moveTo>
                <a:lnTo>
                  <a:pt x="2688630" y="0"/>
                </a:lnTo>
                <a:cubicBezTo>
                  <a:pt x="2727834" y="0"/>
                  <a:pt x="2759616" y="31781"/>
                  <a:pt x="2759616" y="70986"/>
                </a:cubicBezTo>
                <a:lnTo>
                  <a:pt x="2759616" y="754237"/>
                </a:lnTo>
                <a:cubicBezTo>
                  <a:pt x="2759616" y="793441"/>
                  <a:pt x="2727834" y="825223"/>
                  <a:pt x="2688630" y="825223"/>
                </a:cubicBezTo>
                <a:lnTo>
                  <a:pt x="70986" y="825223"/>
                </a:lnTo>
                <a:cubicBezTo>
                  <a:pt x="31808" y="825223"/>
                  <a:pt x="0" y="793415"/>
                  <a:pt x="0" y="754237"/>
                </a:cubicBezTo>
                <a:lnTo>
                  <a:pt x="0" y="70986"/>
                </a:lnTo>
                <a:cubicBezTo>
                  <a:pt x="0" y="31808"/>
                  <a:pt x="31808" y="0"/>
                  <a:pt x="70986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 w="12700">
            <a:solidFill>
              <a:srgbClr val="6B72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52254" y="5288524"/>
            <a:ext cx="2599895" cy="31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96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87748" y="5643459"/>
            <a:ext cx="252890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8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Types Designed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78836" y="5142114"/>
            <a:ext cx="2759616" cy="825223"/>
          </a:xfrm>
          <a:custGeom>
            <a:avLst/>
            <a:gdLst/>
            <a:ahLst/>
            <a:cxnLst/>
            <a:rect l="l" t="t" r="r" b="b"/>
            <a:pathLst>
              <a:path w="2759616" h="825223">
                <a:moveTo>
                  <a:pt x="70986" y="0"/>
                </a:moveTo>
                <a:lnTo>
                  <a:pt x="2688630" y="0"/>
                </a:lnTo>
                <a:cubicBezTo>
                  <a:pt x="2727834" y="0"/>
                  <a:pt x="2759616" y="31781"/>
                  <a:pt x="2759616" y="70986"/>
                </a:cubicBezTo>
                <a:lnTo>
                  <a:pt x="2759616" y="754237"/>
                </a:lnTo>
                <a:cubicBezTo>
                  <a:pt x="2759616" y="793441"/>
                  <a:pt x="2727834" y="825223"/>
                  <a:pt x="2688630" y="825223"/>
                </a:cubicBezTo>
                <a:lnTo>
                  <a:pt x="70986" y="825223"/>
                </a:lnTo>
                <a:cubicBezTo>
                  <a:pt x="31808" y="825223"/>
                  <a:pt x="0" y="793415"/>
                  <a:pt x="0" y="754237"/>
                </a:cubicBezTo>
                <a:lnTo>
                  <a:pt x="0" y="70986"/>
                </a:lnTo>
                <a:cubicBezTo>
                  <a:pt x="0" y="31808"/>
                  <a:pt x="31808" y="0"/>
                  <a:pt x="70986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158697" y="5288524"/>
            <a:ext cx="2599895" cy="31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9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94190" y="5643459"/>
            <a:ext cx="252890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8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Self-Driven Learning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54934" y="6113747"/>
            <a:ext cx="11482131" cy="745362"/>
          </a:xfrm>
          <a:custGeom>
            <a:avLst/>
            <a:gdLst/>
            <a:ahLst/>
            <a:cxnLst/>
            <a:rect l="l" t="t" r="r" b="b"/>
            <a:pathLst>
              <a:path w="11482131" h="745362">
                <a:moveTo>
                  <a:pt x="70988" y="0"/>
                </a:moveTo>
                <a:lnTo>
                  <a:pt x="11411143" y="0"/>
                </a:lnTo>
                <a:cubicBezTo>
                  <a:pt x="11450348" y="0"/>
                  <a:pt x="11482131" y="31783"/>
                  <a:pt x="11482131" y="70988"/>
                </a:cubicBezTo>
                <a:lnTo>
                  <a:pt x="11482131" y="674374"/>
                </a:lnTo>
                <a:cubicBezTo>
                  <a:pt x="11482131" y="713580"/>
                  <a:pt x="11450348" y="745362"/>
                  <a:pt x="11411143" y="745362"/>
                </a:cubicBezTo>
                <a:lnTo>
                  <a:pt x="70988" y="745362"/>
                </a:lnTo>
                <a:cubicBezTo>
                  <a:pt x="31809" y="745362"/>
                  <a:pt x="0" y="713554"/>
                  <a:pt x="0" y="674374"/>
                </a:cubicBezTo>
                <a:lnTo>
                  <a:pt x="0" y="70988"/>
                </a:lnTo>
                <a:cubicBezTo>
                  <a:pt x="0" y="31783"/>
                  <a:pt x="31783" y="0"/>
                  <a:pt x="7098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32402" y="6353328"/>
            <a:ext cx="266201" cy="266201"/>
          </a:xfrm>
          <a:custGeom>
            <a:avLst/>
            <a:gdLst/>
            <a:ahLst/>
            <a:cxnLst/>
            <a:rect l="l" t="t" r="r" b="b"/>
            <a:pathLst>
              <a:path w="266201" h="266201">
                <a:moveTo>
                  <a:pt x="33275" y="33275"/>
                </a:moveTo>
                <a:cubicBezTo>
                  <a:pt x="33275" y="24072"/>
                  <a:pt x="25840" y="16638"/>
                  <a:pt x="16638" y="16638"/>
                </a:cubicBezTo>
                <a:cubicBezTo>
                  <a:pt x="7435" y="16638"/>
                  <a:pt x="0" y="24072"/>
                  <a:pt x="0" y="33275"/>
                </a:cubicBezTo>
                <a:lnTo>
                  <a:pt x="0" y="207969"/>
                </a:lnTo>
                <a:cubicBezTo>
                  <a:pt x="0" y="230950"/>
                  <a:pt x="18613" y="249563"/>
                  <a:pt x="41594" y="249563"/>
                </a:cubicBezTo>
                <a:lnTo>
                  <a:pt x="249563" y="249563"/>
                </a:lnTo>
                <a:cubicBezTo>
                  <a:pt x="258766" y="249563"/>
                  <a:pt x="266201" y="242128"/>
                  <a:pt x="266201" y="232926"/>
                </a:cubicBezTo>
                <a:cubicBezTo>
                  <a:pt x="266201" y="223723"/>
                  <a:pt x="258766" y="216288"/>
                  <a:pt x="249563" y="216288"/>
                </a:cubicBezTo>
                <a:lnTo>
                  <a:pt x="41594" y="216288"/>
                </a:lnTo>
                <a:cubicBezTo>
                  <a:pt x="37019" y="216288"/>
                  <a:pt x="33275" y="212545"/>
                  <a:pt x="33275" y="207969"/>
                </a:cubicBezTo>
                <a:lnTo>
                  <a:pt x="33275" y="33275"/>
                </a:lnTo>
                <a:close/>
                <a:moveTo>
                  <a:pt x="244676" y="78300"/>
                </a:moveTo>
                <a:cubicBezTo>
                  <a:pt x="251175" y="71801"/>
                  <a:pt x="251175" y="61247"/>
                  <a:pt x="244676" y="54748"/>
                </a:cubicBezTo>
                <a:cubicBezTo>
                  <a:pt x="238177" y="48249"/>
                  <a:pt x="227623" y="48249"/>
                  <a:pt x="221123" y="54748"/>
                </a:cubicBezTo>
                <a:lnTo>
                  <a:pt x="166376" y="109548"/>
                </a:lnTo>
                <a:lnTo>
                  <a:pt x="136532" y="79756"/>
                </a:lnTo>
                <a:cubicBezTo>
                  <a:pt x="130033" y="73257"/>
                  <a:pt x="119478" y="73257"/>
                  <a:pt x="112979" y="79756"/>
                </a:cubicBezTo>
                <a:lnTo>
                  <a:pt x="63067" y="129669"/>
                </a:lnTo>
                <a:cubicBezTo>
                  <a:pt x="56568" y="136168"/>
                  <a:pt x="56568" y="146722"/>
                  <a:pt x="63067" y="153221"/>
                </a:cubicBezTo>
                <a:cubicBezTo>
                  <a:pt x="69566" y="159721"/>
                  <a:pt x="80120" y="159721"/>
                  <a:pt x="86619" y="153221"/>
                </a:cubicBezTo>
                <a:lnTo>
                  <a:pt x="124782" y="115059"/>
                </a:lnTo>
                <a:lnTo>
                  <a:pt x="154625" y="144903"/>
                </a:lnTo>
                <a:cubicBezTo>
                  <a:pt x="161124" y="151402"/>
                  <a:pt x="171679" y="151402"/>
                  <a:pt x="178178" y="144903"/>
                </a:cubicBezTo>
                <a:lnTo>
                  <a:pt x="244728" y="7835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71633" y="6255721"/>
            <a:ext cx="10798882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 Summary:</a:t>
            </a:r>
            <a:r>
              <a:rPr lang="en-US" sz="111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Evolved from a manual tester with basic automation knowledge to a system designer capable of architecting AI-driven testing solutions—demonstrating rapid learning ability and technical adaptability.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116" y="412984"/>
            <a:ext cx="71823" cy="430940"/>
          </a:xfrm>
          <a:custGeom>
            <a:avLst/>
            <a:gdLst/>
            <a:ahLst/>
            <a:cxnLst/>
            <a:rect l="l" t="t" r="r" b="b"/>
            <a:pathLst>
              <a:path w="71823" h="430940">
                <a:moveTo>
                  <a:pt x="0" y="0"/>
                </a:moveTo>
                <a:lnTo>
                  <a:pt x="71823" y="0"/>
                </a:lnTo>
                <a:lnTo>
                  <a:pt x="71823" y="430940"/>
                </a:lnTo>
                <a:lnTo>
                  <a:pt x="0" y="4309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8675" y="359116"/>
            <a:ext cx="44979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kern="0" spc="49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4.3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8675" y="538675"/>
            <a:ext cx="4596689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Achievements &amp; Key Learnings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8675" y="969614"/>
            <a:ext cx="1137501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Milestones reached and insights gained during the internship journey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094" y="1301797"/>
            <a:ext cx="7532465" cy="2765196"/>
          </a:xfrm>
          <a:custGeom>
            <a:avLst/>
            <a:gdLst/>
            <a:ahLst/>
            <a:cxnLst/>
            <a:rect l="l" t="t" r="r" b="b"/>
            <a:pathLst>
              <a:path w="7532465" h="2765196">
                <a:moveTo>
                  <a:pt x="71812" y="0"/>
                </a:moveTo>
                <a:lnTo>
                  <a:pt x="7460653" y="0"/>
                </a:lnTo>
                <a:cubicBezTo>
                  <a:pt x="7500287" y="0"/>
                  <a:pt x="7532465" y="32178"/>
                  <a:pt x="7532465" y="71812"/>
                </a:cubicBezTo>
                <a:lnTo>
                  <a:pt x="7532465" y="2693384"/>
                </a:lnTo>
                <a:cubicBezTo>
                  <a:pt x="7532465" y="2733018"/>
                  <a:pt x="7500287" y="2765196"/>
                  <a:pt x="7460653" y="2765196"/>
                </a:cubicBezTo>
                <a:lnTo>
                  <a:pt x="71812" y="2765196"/>
                </a:lnTo>
                <a:cubicBezTo>
                  <a:pt x="32178" y="2765196"/>
                  <a:pt x="0" y="2733018"/>
                  <a:pt x="0" y="2693384"/>
                </a:cubicBezTo>
                <a:lnTo>
                  <a:pt x="0" y="71812"/>
                </a:lnTo>
                <a:cubicBezTo>
                  <a:pt x="0" y="32178"/>
                  <a:pt x="32178" y="0"/>
                  <a:pt x="71812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3163" y="1490333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50606" y="0"/>
                </a:moveTo>
                <a:lnTo>
                  <a:pt x="129163" y="0"/>
                </a:lnTo>
                <a:cubicBezTo>
                  <a:pt x="138456" y="0"/>
                  <a:pt x="146031" y="7645"/>
                  <a:pt x="145681" y="16904"/>
                </a:cubicBezTo>
                <a:cubicBezTo>
                  <a:pt x="145610" y="18762"/>
                  <a:pt x="145540" y="20621"/>
                  <a:pt x="145435" y="22445"/>
                </a:cubicBezTo>
                <a:lnTo>
                  <a:pt x="162830" y="22445"/>
                </a:lnTo>
                <a:cubicBezTo>
                  <a:pt x="171983" y="22445"/>
                  <a:pt x="180049" y="30020"/>
                  <a:pt x="179348" y="39910"/>
                </a:cubicBezTo>
                <a:cubicBezTo>
                  <a:pt x="176718" y="76277"/>
                  <a:pt x="158130" y="96267"/>
                  <a:pt x="137965" y="106718"/>
                </a:cubicBezTo>
                <a:cubicBezTo>
                  <a:pt x="132424" y="109594"/>
                  <a:pt x="126778" y="111733"/>
                  <a:pt x="121412" y="113311"/>
                </a:cubicBezTo>
                <a:cubicBezTo>
                  <a:pt x="114328" y="123341"/>
                  <a:pt x="106963" y="128637"/>
                  <a:pt x="101107" y="131477"/>
                </a:cubicBezTo>
                <a:lnTo>
                  <a:pt x="101107" y="157113"/>
                </a:lnTo>
                <a:lnTo>
                  <a:pt x="123551" y="157113"/>
                </a:lnTo>
                <a:cubicBezTo>
                  <a:pt x="129759" y="157113"/>
                  <a:pt x="134774" y="162128"/>
                  <a:pt x="134774" y="168336"/>
                </a:cubicBezTo>
                <a:cubicBezTo>
                  <a:pt x="134774" y="174543"/>
                  <a:pt x="129759" y="179558"/>
                  <a:pt x="123551" y="179558"/>
                </a:cubicBezTo>
                <a:lnTo>
                  <a:pt x="56217" y="179558"/>
                </a:lnTo>
                <a:cubicBezTo>
                  <a:pt x="50010" y="179558"/>
                  <a:pt x="44995" y="174543"/>
                  <a:pt x="44995" y="168336"/>
                </a:cubicBezTo>
                <a:cubicBezTo>
                  <a:pt x="44995" y="162128"/>
                  <a:pt x="50010" y="157113"/>
                  <a:pt x="56217" y="157113"/>
                </a:cubicBezTo>
                <a:lnTo>
                  <a:pt x="78662" y="157113"/>
                </a:lnTo>
                <a:lnTo>
                  <a:pt x="78662" y="131477"/>
                </a:lnTo>
                <a:cubicBezTo>
                  <a:pt x="73051" y="128777"/>
                  <a:pt x="66072" y="123762"/>
                  <a:pt x="59268" y="114538"/>
                </a:cubicBezTo>
                <a:cubicBezTo>
                  <a:pt x="52815" y="112855"/>
                  <a:pt x="45801" y="110295"/>
                  <a:pt x="38963" y="106437"/>
                </a:cubicBezTo>
                <a:cubicBezTo>
                  <a:pt x="19990" y="95811"/>
                  <a:pt x="2876" y="75786"/>
                  <a:pt x="421" y="39839"/>
                </a:cubicBezTo>
                <a:cubicBezTo>
                  <a:pt x="-245" y="29985"/>
                  <a:pt x="7786" y="22410"/>
                  <a:pt x="16939" y="22410"/>
                </a:cubicBezTo>
                <a:lnTo>
                  <a:pt x="34333" y="22410"/>
                </a:lnTo>
                <a:cubicBezTo>
                  <a:pt x="34228" y="20586"/>
                  <a:pt x="34158" y="18762"/>
                  <a:pt x="34088" y="16869"/>
                </a:cubicBezTo>
                <a:cubicBezTo>
                  <a:pt x="33737" y="7575"/>
                  <a:pt x="41312" y="-35"/>
                  <a:pt x="50606" y="-35"/>
                </a:cubicBezTo>
                <a:close/>
                <a:moveTo>
                  <a:pt x="35596" y="39278"/>
                </a:moveTo>
                <a:lnTo>
                  <a:pt x="17219" y="39278"/>
                </a:lnTo>
                <a:cubicBezTo>
                  <a:pt x="19394" y="68983"/>
                  <a:pt x="33036" y="83852"/>
                  <a:pt x="47099" y="91743"/>
                </a:cubicBezTo>
                <a:cubicBezTo>
                  <a:pt x="42049" y="78662"/>
                  <a:pt x="37876" y="61583"/>
                  <a:pt x="35596" y="39278"/>
                </a:cubicBezTo>
                <a:close/>
                <a:moveTo>
                  <a:pt x="133266" y="90060"/>
                </a:moveTo>
                <a:cubicBezTo>
                  <a:pt x="147469" y="81713"/>
                  <a:pt x="160305" y="66878"/>
                  <a:pt x="162479" y="39278"/>
                </a:cubicBezTo>
                <a:lnTo>
                  <a:pt x="144138" y="39278"/>
                </a:lnTo>
                <a:cubicBezTo>
                  <a:pt x="141963" y="60636"/>
                  <a:pt x="138035" y="77224"/>
                  <a:pt x="133266" y="9006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5166" y="1454421"/>
            <a:ext cx="709254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Major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719" y="1813538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lnTo>
                  <a:pt x="143647" y="0"/>
                </a:lnTo>
                <a:cubicBezTo>
                  <a:pt x="222980" y="0"/>
                  <a:pt x="287293" y="64313"/>
                  <a:pt x="287293" y="143647"/>
                </a:cubicBezTo>
                <a:lnTo>
                  <a:pt x="287293" y="143647"/>
                </a:lnTo>
                <a:cubicBezTo>
                  <a:pt x="287293" y="222980"/>
                  <a:pt x="222980" y="287293"/>
                  <a:pt x="143647" y="287293"/>
                </a:cubicBezTo>
                <a:lnTo>
                  <a:pt x="143647" y="287293"/>
                </a:lnTo>
                <a:cubicBezTo>
                  <a:pt x="64313" y="287293"/>
                  <a:pt x="0" y="222980"/>
                  <a:pt x="0" y="143647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96" y="1813538"/>
            <a:ext cx="35013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5747" y="1813538"/>
            <a:ext cx="690401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Working POCs in GenAI 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5747" y="2064919"/>
            <a:ext cx="6895034" cy="37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9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developed and demonstrated two functional proof-of-concept systems that validate the feasibility of AI-driven testing automation in real-world scenarios.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0719" y="2549726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lnTo>
                  <a:pt x="143647" y="0"/>
                </a:lnTo>
                <a:cubicBezTo>
                  <a:pt x="222980" y="0"/>
                  <a:pt x="287293" y="64313"/>
                  <a:pt x="287293" y="143647"/>
                </a:cubicBezTo>
                <a:lnTo>
                  <a:pt x="287293" y="143647"/>
                </a:lnTo>
                <a:cubicBezTo>
                  <a:pt x="287293" y="222980"/>
                  <a:pt x="222980" y="287293"/>
                  <a:pt x="143647" y="287293"/>
                </a:cubicBezTo>
                <a:lnTo>
                  <a:pt x="143647" y="287293"/>
                </a:lnTo>
                <a:cubicBezTo>
                  <a:pt x="64313" y="287293"/>
                  <a:pt x="0" y="222980"/>
                  <a:pt x="0" y="143647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96" y="2549726"/>
            <a:ext cx="35013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5747" y="2549726"/>
            <a:ext cx="690401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Understood Real-World Testing Challenges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5747" y="2801108"/>
            <a:ext cx="6895034" cy="37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9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Gained deep insights into industry pain points including flaky tests, maintenance overhead, and scalability limitations through hands-on problem solving.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0719" y="3285915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lnTo>
                  <a:pt x="143647" y="0"/>
                </a:lnTo>
                <a:cubicBezTo>
                  <a:pt x="222980" y="0"/>
                  <a:pt x="287293" y="64313"/>
                  <a:pt x="287293" y="143647"/>
                </a:cubicBezTo>
                <a:lnTo>
                  <a:pt x="287293" y="143647"/>
                </a:lnTo>
                <a:cubicBezTo>
                  <a:pt x="287293" y="222980"/>
                  <a:pt x="222980" y="287293"/>
                  <a:pt x="143647" y="287293"/>
                </a:cubicBezTo>
                <a:lnTo>
                  <a:pt x="143647" y="287293"/>
                </a:lnTo>
                <a:cubicBezTo>
                  <a:pt x="64313" y="287293"/>
                  <a:pt x="0" y="222980"/>
                  <a:pt x="0" y="143647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96" y="3285915"/>
            <a:ext cx="35013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5747" y="3285915"/>
            <a:ext cx="690401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Demonstrated Proactive Thinking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5747" y="3537296"/>
            <a:ext cx="6895034" cy="37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9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Went beyond assigned tasks by researching emerging frameworks, proposing architectural improvements, and identifying optimization opportunities.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9116" y="4183705"/>
            <a:ext cx="2441991" cy="1113261"/>
          </a:xfrm>
          <a:custGeom>
            <a:avLst/>
            <a:gdLst/>
            <a:ahLst/>
            <a:cxnLst/>
            <a:rect l="l" t="t" r="r" b="b"/>
            <a:pathLst>
              <a:path w="2441991" h="1113261">
                <a:moveTo>
                  <a:pt x="71828" y="0"/>
                </a:moveTo>
                <a:lnTo>
                  <a:pt x="2370164" y="0"/>
                </a:lnTo>
                <a:cubicBezTo>
                  <a:pt x="2409833" y="0"/>
                  <a:pt x="2441991" y="32158"/>
                  <a:pt x="2441991" y="71828"/>
                </a:cubicBezTo>
                <a:lnTo>
                  <a:pt x="2441991" y="1041433"/>
                </a:lnTo>
                <a:cubicBezTo>
                  <a:pt x="2441991" y="1081102"/>
                  <a:pt x="2409833" y="1113261"/>
                  <a:pt x="2370164" y="1113261"/>
                </a:cubicBezTo>
                <a:lnTo>
                  <a:pt x="71828" y="1113261"/>
                </a:lnTo>
                <a:cubicBezTo>
                  <a:pt x="32158" y="1113261"/>
                  <a:pt x="0" y="1081102"/>
                  <a:pt x="0" y="1041433"/>
                </a:cubicBezTo>
                <a:lnTo>
                  <a:pt x="0" y="71828"/>
                </a:lnTo>
                <a:cubicBezTo>
                  <a:pt x="0" y="32158"/>
                  <a:pt x="32158" y="0"/>
                  <a:pt x="7182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474481" y="429144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50501" y="23567"/>
                </a:moveTo>
                <a:cubicBezTo>
                  <a:pt x="50501" y="10563"/>
                  <a:pt x="61064" y="0"/>
                  <a:pt x="74068" y="0"/>
                </a:cubicBezTo>
                <a:lnTo>
                  <a:pt x="84168" y="0"/>
                </a:lnTo>
                <a:cubicBezTo>
                  <a:pt x="91617" y="0"/>
                  <a:pt x="97635" y="6018"/>
                  <a:pt x="97635" y="13467"/>
                </a:cubicBezTo>
                <a:lnTo>
                  <a:pt x="97635" y="202003"/>
                </a:lnTo>
                <a:cubicBezTo>
                  <a:pt x="97635" y="209452"/>
                  <a:pt x="91617" y="215470"/>
                  <a:pt x="84168" y="215470"/>
                </a:cubicBezTo>
                <a:lnTo>
                  <a:pt x="70701" y="215470"/>
                </a:lnTo>
                <a:cubicBezTo>
                  <a:pt x="58160" y="215470"/>
                  <a:pt x="47597" y="206885"/>
                  <a:pt x="44609" y="195270"/>
                </a:cubicBezTo>
                <a:cubicBezTo>
                  <a:pt x="44314" y="195270"/>
                  <a:pt x="44062" y="195270"/>
                  <a:pt x="43767" y="195270"/>
                </a:cubicBezTo>
                <a:cubicBezTo>
                  <a:pt x="25166" y="195270"/>
                  <a:pt x="10100" y="180203"/>
                  <a:pt x="10100" y="161602"/>
                </a:cubicBezTo>
                <a:cubicBezTo>
                  <a:pt x="10100" y="154027"/>
                  <a:pt x="12625" y="147041"/>
                  <a:pt x="16834" y="141402"/>
                </a:cubicBezTo>
                <a:cubicBezTo>
                  <a:pt x="8669" y="135258"/>
                  <a:pt x="3367" y="125494"/>
                  <a:pt x="3367" y="114468"/>
                </a:cubicBezTo>
                <a:cubicBezTo>
                  <a:pt x="3367" y="101464"/>
                  <a:pt x="10773" y="90144"/>
                  <a:pt x="21547" y="84547"/>
                </a:cubicBezTo>
                <a:cubicBezTo>
                  <a:pt x="18559" y="79497"/>
                  <a:pt x="16834" y="73605"/>
                  <a:pt x="16834" y="67334"/>
                </a:cubicBezTo>
                <a:cubicBezTo>
                  <a:pt x="16834" y="48733"/>
                  <a:pt x="31900" y="33667"/>
                  <a:pt x="50501" y="33667"/>
                </a:cubicBezTo>
                <a:lnTo>
                  <a:pt x="50501" y="23567"/>
                </a:lnTo>
                <a:close/>
                <a:moveTo>
                  <a:pt x="164969" y="23567"/>
                </a:moveTo>
                <a:lnTo>
                  <a:pt x="164969" y="33667"/>
                </a:lnTo>
                <a:cubicBezTo>
                  <a:pt x="183570" y="33667"/>
                  <a:pt x="198636" y="48733"/>
                  <a:pt x="198636" y="67334"/>
                </a:cubicBezTo>
                <a:cubicBezTo>
                  <a:pt x="198636" y="73647"/>
                  <a:pt x="196911" y="79539"/>
                  <a:pt x="193923" y="84547"/>
                </a:cubicBezTo>
                <a:cubicBezTo>
                  <a:pt x="204738" y="90144"/>
                  <a:pt x="212103" y="101422"/>
                  <a:pt x="212103" y="114468"/>
                </a:cubicBezTo>
                <a:cubicBezTo>
                  <a:pt x="212103" y="125494"/>
                  <a:pt x="206801" y="135258"/>
                  <a:pt x="198636" y="141402"/>
                </a:cubicBezTo>
                <a:cubicBezTo>
                  <a:pt x="202845" y="147041"/>
                  <a:pt x="205370" y="154027"/>
                  <a:pt x="205370" y="161602"/>
                </a:cubicBezTo>
                <a:cubicBezTo>
                  <a:pt x="205370" y="180203"/>
                  <a:pt x="190304" y="195270"/>
                  <a:pt x="171703" y="195270"/>
                </a:cubicBezTo>
                <a:cubicBezTo>
                  <a:pt x="171408" y="195270"/>
                  <a:pt x="171155" y="195270"/>
                  <a:pt x="170861" y="195270"/>
                </a:cubicBezTo>
                <a:cubicBezTo>
                  <a:pt x="167873" y="206885"/>
                  <a:pt x="157310" y="215470"/>
                  <a:pt x="144769" y="215470"/>
                </a:cubicBezTo>
                <a:lnTo>
                  <a:pt x="131302" y="215470"/>
                </a:lnTo>
                <a:cubicBezTo>
                  <a:pt x="123853" y="215470"/>
                  <a:pt x="117835" y="209452"/>
                  <a:pt x="117835" y="202003"/>
                </a:cubicBezTo>
                <a:lnTo>
                  <a:pt x="117835" y="13467"/>
                </a:lnTo>
                <a:cubicBezTo>
                  <a:pt x="117835" y="6018"/>
                  <a:pt x="123853" y="0"/>
                  <a:pt x="131302" y="0"/>
                </a:cubicBezTo>
                <a:lnTo>
                  <a:pt x="141402" y="0"/>
                </a:lnTo>
                <a:cubicBezTo>
                  <a:pt x="154406" y="0"/>
                  <a:pt x="164969" y="10563"/>
                  <a:pt x="164969" y="23567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0940" y="4578733"/>
            <a:ext cx="229834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System Design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5429" y="4830115"/>
            <a:ext cx="228936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architectures, LLM integration, workflow orchestration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13191" y="4183705"/>
            <a:ext cx="2450969" cy="1113261"/>
          </a:xfrm>
          <a:custGeom>
            <a:avLst/>
            <a:gdLst/>
            <a:ahLst/>
            <a:cxnLst/>
            <a:rect l="l" t="t" r="r" b="b"/>
            <a:pathLst>
              <a:path w="2450969" h="1113261">
                <a:moveTo>
                  <a:pt x="71828" y="0"/>
                </a:moveTo>
                <a:lnTo>
                  <a:pt x="2379141" y="0"/>
                </a:lnTo>
                <a:cubicBezTo>
                  <a:pt x="2418811" y="0"/>
                  <a:pt x="2450969" y="32158"/>
                  <a:pt x="2450969" y="71828"/>
                </a:cubicBezTo>
                <a:lnTo>
                  <a:pt x="2450969" y="1041433"/>
                </a:lnTo>
                <a:cubicBezTo>
                  <a:pt x="2450969" y="1081102"/>
                  <a:pt x="2418811" y="1113261"/>
                  <a:pt x="2379141" y="1113261"/>
                </a:cubicBezTo>
                <a:lnTo>
                  <a:pt x="71828" y="1113261"/>
                </a:lnTo>
                <a:cubicBezTo>
                  <a:pt x="32158" y="1113261"/>
                  <a:pt x="0" y="1081102"/>
                  <a:pt x="0" y="1041433"/>
                </a:cubicBezTo>
                <a:lnTo>
                  <a:pt x="0" y="71828"/>
                </a:lnTo>
                <a:cubicBezTo>
                  <a:pt x="0" y="32158"/>
                  <a:pt x="32158" y="0"/>
                  <a:pt x="7182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001763" y="4291440"/>
            <a:ext cx="269337" cy="215470"/>
          </a:xfrm>
          <a:custGeom>
            <a:avLst/>
            <a:gdLst/>
            <a:ahLst/>
            <a:cxnLst/>
            <a:rect l="l" t="t" r="r" b="b"/>
            <a:pathLst>
              <a:path w="269337" h="215470">
                <a:moveTo>
                  <a:pt x="175027" y="88587"/>
                </a:moveTo>
                <a:cubicBezTo>
                  <a:pt x="180161" y="87198"/>
                  <a:pt x="185548" y="89639"/>
                  <a:pt x="187863" y="94394"/>
                </a:cubicBezTo>
                <a:lnTo>
                  <a:pt x="195690" y="110218"/>
                </a:lnTo>
                <a:cubicBezTo>
                  <a:pt x="200025" y="110807"/>
                  <a:pt x="204275" y="111985"/>
                  <a:pt x="208273" y="113627"/>
                </a:cubicBezTo>
                <a:lnTo>
                  <a:pt x="223003" y="103821"/>
                </a:lnTo>
                <a:cubicBezTo>
                  <a:pt x="227422" y="100875"/>
                  <a:pt x="233271" y="101464"/>
                  <a:pt x="237017" y="105210"/>
                </a:cubicBezTo>
                <a:lnTo>
                  <a:pt x="245097" y="113290"/>
                </a:lnTo>
                <a:cubicBezTo>
                  <a:pt x="248842" y="117035"/>
                  <a:pt x="249432" y="122927"/>
                  <a:pt x="246486" y="127304"/>
                </a:cubicBezTo>
                <a:lnTo>
                  <a:pt x="236680" y="141991"/>
                </a:lnTo>
                <a:cubicBezTo>
                  <a:pt x="237480" y="143969"/>
                  <a:pt x="238195" y="146031"/>
                  <a:pt x="238784" y="148178"/>
                </a:cubicBezTo>
                <a:cubicBezTo>
                  <a:pt x="239373" y="150324"/>
                  <a:pt x="239752" y="152428"/>
                  <a:pt x="240047" y="154574"/>
                </a:cubicBezTo>
                <a:lnTo>
                  <a:pt x="255912" y="162402"/>
                </a:lnTo>
                <a:cubicBezTo>
                  <a:pt x="260668" y="164759"/>
                  <a:pt x="263109" y="170145"/>
                  <a:pt x="261720" y="175238"/>
                </a:cubicBezTo>
                <a:lnTo>
                  <a:pt x="258774" y="186264"/>
                </a:lnTo>
                <a:cubicBezTo>
                  <a:pt x="257385" y="191356"/>
                  <a:pt x="252630" y="194807"/>
                  <a:pt x="247327" y="194470"/>
                </a:cubicBezTo>
                <a:lnTo>
                  <a:pt x="229652" y="193334"/>
                </a:lnTo>
                <a:cubicBezTo>
                  <a:pt x="227001" y="196742"/>
                  <a:pt x="223929" y="199899"/>
                  <a:pt x="220436" y="202592"/>
                </a:cubicBezTo>
                <a:lnTo>
                  <a:pt x="221572" y="220225"/>
                </a:lnTo>
                <a:cubicBezTo>
                  <a:pt x="221909" y="225528"/>
                  <a:pt x="218458" y="230325"/>
                  <a:pt x="213366" y="231672"/>
                </a:cubicBezTo>
                <a:lnTo>
                  <a:pt x="202340" y="234618"/>
                </a:lnTo>
                <a:cubicBezTo>
                  <a:pt x="197205" y="236007"/>
                  <a:pt x="191861" y="233566"/>
                  <a:pt x="189504" y="228810"/>
                </a:cubicBezTo>
                <a:lnTo>
                  <a:pt x="181676" y="212987"/>
                </a:lnTo>
                <a:cubicBezTo>
                  <a:pt x="177342" y="212398"/>
                  <a:pt x="173091" y="211219"/>
                  <a:pt x="169093" y="209578"/>
                </a:cubicBezTo>
                <a:lnTo>
                  <a:pt x="154364" y="219384"/>
                </a:lnTo>
                <a:cubicBezTo>
                  <a:pt x="149945" y="222329"/>
                  <a:pt x="144095" y="221740"/>
                  <a:pt x="140350" y="217995"/>
                </a:cubicBezTo>
                <a:lnTo>
                  <a:pt x="132270" y="209915"/>
                </a:lnTo>
                <a:cubicBezTo>
                  <a:pt x="128524" y="206169"/>
                  <a:pt x="127935" y="200320"/>
                  <a:pt x="130881" y="195901"/>
                </a:cubicBezTo>
                <a:lnTo>
                  <a:pt x="140687" y="181171"/>
                </a:lnTo>
                <a:cubicBezTo>
                  <a:pt x="139887" y="179193"/>
                  <a:pt x="139172" y="177131"/>
                  <a:pt x="138582" y="174985"/>
                </a:cubicBezTo>
                <a:cubicBezTo>
                  <a:pt x="137993" y="172839"/>
                  <a:pt x="137615" y="170692"/>
                  <a:pt x="137320" y="168588"/>
                </a:cubicBezTo>
                <a:lnTo>
                  <a:pt x="121454" y="160761"/>
                </a:lnTo>
                <a:cubicBezTo>
                  <a:pt x="116699" y="158404"/>
                  <a:pt x="114300" y="153017"/>
                  <a:pt x="115647" y="147925"/>
                </a:cubicBezTo>
                <a:lnTo>
                  <a:pt x="118593" y="136899"/>
                </a:lnTo>
                <a:cubicBezTo>
                  <a:pt x="119981" y="131807"/>
                  <a:pt x="124737" y="128356"/>
                  <a:pt x="130039" y="128693"/>
                </a:cubicBezTo>
                <a:lnTo>
                  <a:pt x="147673" y="129829"/>
                </a:lnTo>
                <a:cubicBezTo>
                  <a:pt x="150324" y="126420"/>
                  <a:pt x="153396" y="123264"/>
                  <a:pt x="156889" y="120571"/>
                </a:cubicBezTo>
                <a:lnTo>
                  <a:pt x="155753" y="102979"/>
                </a:lnTo>
                <a:cubicBezTo>
                  <a:pt x="155416" y="97677"/>
                  <a:pt x="158867" y="92879"/>
                  <a:pt x="163959" y="91533"/>
                </a:cubicBezTo>
                <a:lnTo>
                  <a:pt x="174985" y="88587"/>
                </a:lnTo>
                <a:close/>
                <a:moveTo>
                  <a:pt x="188704" y="143085"/>
                </a:moveTo>
                <a:cubicBezTo>
                  <a:pt x="178485" y="143097"/>
                  <a:pt x="170197" y="151404"/>
                  <a:pt x="170209" y="161623"/>
                </a:cubicBezTo>
                <a:cubicBezTo>
                  <a:pt x="170220" y="171843"/>
                  <a:pt x="178527" y="180131"/>
                  <a:pt x="188747" y="180119"/>
                </a:cubicBezTo>
                <a:cubicBezTo>
                  <a:pt x="198966" y="180108"/>
                  <a:pt x="207254" y="171801"/>
                  <a:pt x="207242" y="161581"/>
                </a:cubicBezTo>
                <a:cubicBezTo>
                  <a:pt x="207231" y="151362"/>
                  <a:pt x="198924" y="143074"/>
                  <a:pt x="188704" y="143085"/>
                </a:cubicBezTo>
                <a:close/>
                <a:moveTo>
                  <a:pt x="94647" y="-19148"/>
                </a:moveTo>
                <a:lnTo>
                  <a:pt x="105673" y="-16202"/>
                </a:lnTo>
                <a:cubicBezTo>
                  <a:pt x="110765" y="-14814"/>
                  <a:pt x="114216" y="-10016"/>
                  <a:pt x="113879" y="-4755"/>
                </a:cubicBezTo>
                <a:lnTo>
                  <a:pt x="112743" y="12836"/>
                </a:lnTo>
                <a:cubicBezTo>
                  <a:pt x="116236" y="15529"/>
                  <a:pt x="119308" y="18643"/>
                  <a:pt x="121959" y="22094"/>
                </a:cubicBezTo>
                <a:lnTo>
                  <a:pt x="139635" y="20958"/>
                </a:lnTo>
                <a:cubicBezTo>
                  <a:pt x="144895" y="20621"/>
                  <a:pt x="149693" y="24072"/>
                  <a:pt x="151081" y="29164"/>
                </a:cubicBezTo>
                <a:lnTo>
                  <a:pt x="154027" y="40190"/>
                </a:lnTo>
                <a:cubicBezTo>
                  <a:pt x="155374" y="45282"/>
                  <a:pt x="152975" y="50669"/>
                  <a:pt x="148220" y="53026"/>
                </a:cubicBezTo>
                <a:lnTo>
                  <a:pt x="132354" y="60853"/>
                </a:lnTo>
                <a:cubicBezTo>
                  <a:pt x="132059" y="63000"/>
                  <a:pt x="131639" y="65146"/>
                  <a:pt x="131091" y="67250"/>
                </a:cubicBezTo>
                <a:cubicBezTo>
                  <a:pt x="130544" y="69354"/>
                  <a:pt x="129787" y="71459"/>
                  <a:pt x="128987" y="73436"/>
                </a:cubicBezTo>
                <a:lnTo>
                  <a:pt x="138793" y="88166"/>
                </a:lnTo>
                <a:cubicBezTo>
                  <a:pt x="141739" y="92585"/>
                  <a:pt x="141150" y="98434"/>
                  <a:pt x="137404" y="102180"/>
                </a:cubicBezTo>
                <a:lnTo>
                  <a:pt x="129324" y="110260"/>
                </a:lnTo>
                <a:cubicBezTo>
                  <a:pt x="125578" y="114005"/>
                  <a:pt x="119729" y="114595"/>
                  <a:pt x="115310" y="111649"/>
                </a:cubicBezTo>
                <a:lnTo>
                  <a:pt x="100581" y="101843"/>
                </a:lnTo>
                <a:cubicBezTo>
                  <a:pt x="96583" y="103484"/>
                  <a:pt x="92332" y="104663"/>
                  <a:pt x="87998" y="105252"/>
                </a:cubicBezTo>
                <a:lnTo>
                  <a:pt x="80170" y="121076"/>
                </a:lnTo>
                <a:cubicBezTo>
                  <a:pt x="77813" y="125831"/>
                  <a:pt x="72426" y="128230"/>
                  <a:pt x="67334" y="126883"/>
                </a:cubicBezTo>
                <a:lnTo>
                  <a:pt x="56308" y="123937"/>
                </a:lnTo>
                <a:cubicBezTo>
                  <a:pt x="51174" y="122548"/>
                  <a:pt x="47765" y="117751"/>
                  <a:pt x="48102" y="112490"/>
                </a:cubicBezTo>
                <a:lnTo>
                  <a:pt x="49238" y="94857"/>
                </a:lnTo>
                <a:cubicBezTo>
                  <a:pt x="45745" y="92164"/>
                  <a:pt x="42673" y="89050"/>
                  <a:pt x="40022" y="85599"/>
                </a:cubicBezTo>
                <a:lnTo>
                  <a:pt x="22347" y="86735"/>
                </a:lnTo>
                <a:cubicBezTo>
                  <a:pt x="17086" y="87072"/>
                  <a:pt x="12289" y="83621"/>
                  <a:pt x="10900" y="78529"/>
                </a:cubicBezTo>
                <a:lnTo>
                  <a:pt x="7954" y="67503"/>
                </a:lnTo>
                <a:cubicBezTo>
                  <a:pt x="6607" y="62410"/>
                  <a:pt x="9006" y="57024"/>
                  <a:pt x="13761" y="54667"/>
                </a:cubicBezTo>
                <a:lnTo>
                  <a:pt x="29627" y="46839"/>
                </a:lnTo>
                <a:cubicBezTo>
                  <a:pt x="29922" y="44693"/>
                  <a:pt x="30343" y="42589"/>
                  <a:pt x="30890" y="40443"/>
                </a:cubicBezTo>
                <a:cubicBezTo>
                  <a:pt x="31479" y="38296"/>
                  <a:pt x="32152" y="36234"/>
                  <a:pt x="32994" y="34256"/>
                </a:cubicBezTo>
                <a:lnTo>
                  <a:pt x="23188" y="19569"/>
                </a:lnTo>
                <a:cubicBezTo>
                  <a:pt x="20242" y="15150"/>
                  <a:pt x="20832" y="9301"/>
                  <a:pt x="24577" y="5555"/>
                </a:cubicBezTo>
                <a:lnTo>
                  <a:pt x="32657" y="-2525"/>
                </a:lnTo>
                <a:cubicBezTo>
                  <a:pt x="36403" y="-6271"/>
                  <a:pt x="42252" y="-6860"/>
                  <a:pt x="46671" y="-3914"/>
                </a:cubicBezTo>
                <a:lnTo>
                  <a:pt x="61400" y="5892"/>
                </a:lnTo>
                <a:cubicBezTo>
                  <a:pt x="65398" y="4250"/>
                  <a:pt x="69649" y="3072"/>
                  <a:pt x="73984" y="2483"/>
                </a:cubicBezTo>
                <a:lnTo>
                  <a:pt x="81811" y="-13341"/>
                </a:lnTo>
                <a:cubicBezTo>
                  <a:pt x="84168" y="-18096"/>
                  <a:pt x="89513" y="-20495"/>
                  <a:pt x="94647" y="-19148"/>
                </a:cubicBezTo>
                <a:close/>
                <a:moveTo>
                  <a:pt x="80970" y="35351"/>
                </a:moveTo>
                <a:cubicBezTo>
                  <a:pt x="70750" y="35351"/>
                  <a:pt x="62453" y="43648"/>
                  <a:pt x="62453" y="53867"/>
                </a:cubicBezTo>
                <a:cubicBezTo>
                  <a:pt x="62453" y="64087"/>
                  <a:pt x="70750" y="72384"/>
                  <a:pt x="80970" y="72384"/>
                </a:cubicBezTo>
                <a:cubicBezTo>
                  <a:pt x="91189" y="72384"/>
                  <a:pt x="99486" y="64087"/>
                  <a:pt x="99486" y="53867"/>
                </a:cubicBezTo>
                <a:cubicBezTo>
                  <a:pt x="99486" y="43648"/>
                  <a:pt x="91189" y="35351"/>
                  <a:pt x="80970" y="3535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85014" y="4578733"/>
            <a:ext cx="230732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Frameworks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989503" y="4830115"/>
            <a:ext cx="229834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Playwright, Selenium, API testing, CI/CD pipelines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67406" y="4183705"/>
            <a:ext cx="2441991" cy="1113261"/>
          </a:xfrm>
          <a:custGeom>
            <a:avLst/>
            <a:gdLst/>
            <a:ahLst/>
            <a:cxnLst/>
            <a:rect l="l" t="t" r="r" b="b"/>
            <a:pathLst>
              <a:path w="2441991" h="1113261">
                <a:moveTo>
                  <a:pt x="71828" y="0"/>
                </a:moveTo>
                <a:lnTo>
                  <a:pt x="2370164" y="0"/>
                </a:lnTo>
                <a:cubicBezTo>
                  <a:pt x="2409833" y="0"/>
                  <a:pt x="2441991" y="32158"/>
                  <a:pt x="2441991" y="71828"/>
                </a:cubicBezTo>
                <a:lnTo>
                  <a:pt x="2441991" y="1041433"/>
                </a:lnTo>
                <a:cubicBezTo>
                  <a:pt x="2441991" y="1081102"/>
                  <a:pt x="2409833" y="1113261"/>
                  <a:pt x="2370164" y="1113261"/>
                </a:cubicBezTo>
                <a:lnTo>
                  <a:pt x="71828" y="1113261"/>
                </a:lnTo>
                <a:cubicBezTo>
                  <a:pt x="32158" y="1113261"/>
                  <a:pt x="0" y="1081102"/>
                  <a:pt x="0" y="1041433"/>
                </a:cubicBezTo>
                <a:lnTo>
                  <a:pt x="0" y="71828"/>
                </a:lnTo>
                <a:cubicBezTo>
                  <a:pt x="0" y="32158"/>
                  <a:pt x="32158" y="0"/>
                  <a:pt x="71828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2771" y="429144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3467" y="13467"/>
                </a:moveTo>
                <a:cubicBezTo>
                  <a:pt x="6018" y="13467"/>
                  <a:pt x="0" y="19485"/>
                  <a:pt x="0" y="26934"/>
                </a:cubicBezTo>
                <a:lnTo>
                  <a:pt x="0" y="181803"/>
                </a:lnTo>
                <a:cubicBezTo>
                  <a:pt x="0" y="192955"/>
                  <a:pt x="9048" y="202003"/>
                  <a:pt x="20200" y="202003"/>
                </a:cubicBezTo>
                <a:lnTo>
                  <a:pt x="195270" y="202003"/>
                </a:lnTo>
                <a:cubicBezTo>
                  <a:pt x="206422" y="202003"/>
                  <a:pt x="215470" y="192955"/>
                  <a:pt x="215470" y="181803"/>
                </a:cubicBezTo>
                <a:lnTo>
                  <a:pt x="215470" y="64052"/>
                </a:lnTo>
                <a:cubicBezTo>
                  <a:pt x="215470" y="56392"/>
                  <a:pt x="207306" y="51553"/>
                  <a:pt x="200572" y="55172"/>
                </a:cubicBezTo>
                <a:lnTo>
                  <a:pt x="134669" y="90649"/>
                </a:lnTo>
                <a:lnTo>
                  <a:pt x="134669" y="64052"/>
                </a:lnTo>
                <a:cubicBezTo>
                  <a:pt x="134669" y="56392"/>
                  <a:pt x="126504" y="51553"/>
                  <a:pt x="119771" y="55172"/>
                </a:cubicBezTo>
                <a:lnTo>
                  <a:pt x="53867" y="90649"/>
                </a:lnTo>
                <a:lnTo>
                  <a:pt x="53867" y="26934"/>
                </a:lnTo>
                <a:cubicBezTo>
                  <a:pt x="53867" y="19485"/>
                  <a:pt x="47849" y="13467"/>
                  <a:pt x="40401" y="13467"/>
                </a:cubicBezTo>
                <a:lnTo>
                  <a:pt x="13467" y="13467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39229" y="4578733"/>
            <a:ext cx="229834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Lifecycle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43718" y="4830115"/>
            <a:ext cx="228936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practices, quality standards, release processes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57533" y="1292819"/>
            <a:ext cx="3779700" cy="4049037"/>
          </a:xfrm>
          <a:custGeom>
            <a:avLst/>
            <a:gdLst/>
            <a:ahLst/>
            <a:cxnLst/>
            <a:rect l="l" t="t" r="r" b="b"/>
            <a:pathLst>
              <a:path w="3779700" h="4049037">
                <a:moveTo>
                  <a:pt x="71814" y="0"/>
                </a:moveTo>
                <a:lnTo>
                  <a:pt x="3707885" y="0"/>
                </a:lnTo>
                <a:cubicBezTo>
                  <a:pt x="3747521" y="0"/>
                  <a:pt x="3779700" y="32179"/>
                  <a:pt x="3779700" y="71814"/>
                </a:cubicBezTo>
                <a:lnTo>
                  <a:pt x="3779700" y="3977223"/>
                </a:lnTo>
                <a:cubicBezTo>
                  <a:pt x="3779700" y="4016858"/>
                  <a:pt x="3747521" y="4049037"/>
                  <a:pt x="3707885" y="4049037"/>
                </a:cubicBezTo>
                <a:lnTo>
                  <a:pt x="71814" y="4049037"/>
                </a:lnTo>
                <a:cubicBezTo>
                  <a:pt x="32179" y="4049037"/>
                  <a:pt x="0" y="4016858"/>
                  <a:pt x="0" y="3977223"/>
                </a:cubicBezTo>
                <a:lnTo>
                  <a:pt x="0" y="71814"/>
                </a:lnTo>
                <a:cubicBezTo>
                  <a:pt x="0" y="32179"/>
                  <a:pt x="32179" y="0"/>
                  <a:pt x="7181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46069" y="1472377"/>
            <a:ext cx="134669" cy="179558"/>
          </a:xfrm>
          <a:custGeom>
            <a:avLst/>
            <a:gdLst/>
            <a:ahLst/>
            <a:cxnLst/>
            <a:rect l="l" t="t" r="r" b="b"/>
            <a:pathLst>
              <a:path w="134669" h="179558">
                <a:moveTo>
                  <a:pt x="102720" y="134669"/>
                </a:moveTo>
                <a:cubicBezTo>
                  <a:pt x="105280" y="126848"/>
                  <a:pt x="110400" y="119764"/>
                  <a:pt x="116187" y="113662"/>
                </a:cubicBezTo>
                <a:cubicBezTo>
                  <a:pt x="127655" y="101598"/>
                  <a:pt x="134669" y="85290"/>
                  <a:pt x="134669" y="67334"/>
                </a:cubicBezTo>
                <a:cubicBezTo>
                  <a:pt x="134669" y="30160"/>
                  <a:pt x="104508" y="0"/>
                  <a:pt x="67334" y="0"/>
                </a:cubicBezTo>
                <a:cubicBezTo>
                  <a:pt x="30160" y="0"/>
                  <a:pt x="0" y="30160"/>
                  <a:pt x="0" y="67334"/>
                </a:cubicBezTo>
                <a:cubicBezTo>
                  <a:pt x="0" y="85290"/>
                  <a:pt x="7014" y="101598"/>
                  <a:pt x="18482" y="113662"/>
                </a:cubicBezTo>
                <a:cubicBezTo>
                  <a:pt x="24268" y="119764"/>
                  <a:pt x="29424" y="126848"/>
                  <a:pt x="31949" y="134669"/>
                </a:cubicBezTo>
                <a:lnTo>
                  <a:pt x="102685" y="134669"/>
                </a:lnTo>
                <a:close/>
                <a:moveTo>
                  <a:pt x="101001" y="151502"/>
                </a:moveTo>
                <a:lnTo>
                  <a:pt x="33667" y="151502"/>
                </a:lnTo>
                <a:lnTo>
                  <a:pt x="33667" y="157113"/>
                </a:lnTo>
                <a:cubicBezTo>
                  <a:pt x="33667" y="172614"/>
                  <a:pt x="46222" y="185169"/>
                  <a:pt x="61723" y="185169"/>
                </a:cubicBezTo>
                <a:lnTo>
                  <a:pt x="72946" y="185169"/>
                </a:lnTo>
                <a:cubicBezTo>
                  <a:pt x="88446" y="185169"/>
                  <a:pt x="101001" y="172614"/>
                  <a:pt x="101001" y="157113"/>
                </a:cubicBezTo>
                <a:lnTo>
                  <a:pt x="101001" y="151502"/>
                </a:lnTo>
                <a:close/>
                <a:moveTo>
                  <a:pt x="64529" y="39278"/>
                </a:moveTo>
                <a:cubicBezTo>
                  <a:pt x="50571" y="39278"/>
                  <a:pt x="39278" y="50571"/>
                  <a:pt x="39278" y="64529"/>
                </a:cubicBezTo>
                <a:cubicBezTo>
                  <a:pt x="39278" y="69193"/>
                  <a:pt x="35526" y="72946"/>
                  <a:pt x="30862" y="72946"/>
                </a:cubicBezTo>
                <a:cubicBezTo>
                  <a:pt x="26197" y="72946"/>
                  <a:pt x="22445" y="69193"/>
                  <a:pt x="22445" y="64529"/>
                </a:cubicBezTo>
                <a:cubicBezTo>
                  <a:pt x="22445" y="41277"/>
                  <a:pt x="41277" y="22445"/>
                  <a:pt x="64529" y="22445"/>
                </a:cubicBezTo>
                <a:cubicBezTo>
                  <a:pt x="69193" y="22445"/>
                  <a:pt x="72946" y="26197"/>
                  <a:pt x="72946" y="30862"/>
                </a:cubicBezTo>
                <a:cubicBezTo>
                  <a:pt x="72946" y="35526"/>
                  <a:pt x="69193" y="39278"/>
                  <a:pt x="64529" y="392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25627" y="1436465"/>
            <a:ext cx="335773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01179" y="1795582"/>
            <a:ext cx="3492406" cy="843923"/>
          </a:xfrm>
          <a:custGeom>
            <a:avLst/>
            <a:gdLst/>
            <a:ahLst/>
            <a:cxnLst/>
            <a:rect l="l" t="t" r="r" b="b"/>
            <a:pathLst>
              <a:path w="3492406" h="843923">
                <a:moveTo>
                  <a:pt x="71826" y="0"/>
                </a:moveTo>
                <a:lnTo>
                  <a:pt x="3420580" y="0"/>
                </a:lnTo>
                <a:cubicBezTo>
                  <a:pt x="3460249" y="0"/>
                  <a:pt x="3492406" y="32158"/>
                  <a:pt x="3492406" y="71826"/>
                </a:cubicBezTo>
                <a:lnTo>
                  <a:pt x="3492406" y="772097"/>
                </a:lnTo>
                <a:cubicBezTo>
                  <a:pt x="3492406" y="811766"/>
                  <a:pt x="3460249" y="843923"/>
                  <a:pt x="3420580" y="843923"/>
                </a:cubicBezTo>
                <a:lnTo>
                  <a:pt x="71826" y="843923"/>
                </a:lnTo>
                <a:cubicBezTo>
                  <a:pt x="32158" y="843923"/>
                  <a:pt x="0" y="811766"/>
                  <a:pt x="0" y="772097"/>
                </a:cubicBezTo>
                <a:lnTo>
                  <a:pt x="0" y="71826"/>
                </a:lnTo>
                <a:cubicBezTo>
                  <a:pt x="0" y="32184"/>
                  <a:pt x="32184" y="0"/>
                  <a:pt x="7182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08914" y="1903317"/>
            <a:ext cx="334876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🎯 AI is a Tool, Not Magic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08914" y="2154698"/>
            <a:ext cx="3339782" cy="37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9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 enhance but don't replace testing expertise. Human oversight remains critical.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01179" y="2711328"/>
            <a:ext cx="3492406" cy="843923"/>
          </a:xfrm>
          <a:custGeom>
            <a:avLst/>
            <a:gdLst/>
            <a:ahLst/>
            <a:cxnLst/>
            <a:rect l="l" t="t" r="r" b="b"/>
            <a:pathLst>
              <a:path w="3492406" h="843923">
                <a:moveTo>
                  <a:pt x="71826" y="0"/>
                </a:moveTo>
                <a:lnTo>
                  <a:pt x="3420580" y="0"/>
                </a:lnTo>
                <a:cubicBezTo>
                  <a:pt x="3460249" y="0"/>
                  <a:pt x="3492406" y="32158"/>
                  <a:pt x="3492406" y="71826"/>
                </a:cubicBezTo>
                <a:lnTo>
                  <a:pt x="3492406" y="772097"/>
                </a:lnTo>
                <a:cubicBezTo>
                  <a:pt x="3492406" y="811766"/>
                  <a:pt x="3460249" y="843923"/>
                  <a:pt x="3420580" y="843923"/>
                </a:cubicBezTo>
                <a:lnTo>
                  <a:pt x="71826" y="843923"/>
                </a:lnTo>
                <a:cubicBezTo>
                  <a:pt x="32158" y="843923"/>
                  <a:pt x="0" y="811766"/>
                  <a:pt x="0" y="772097"/>
                </a:cubicBezTo>
                <a:lnTo>
                  <a:pt x="0" y="71826"/>
                </a:lnTo>
                <a:cubicBezTo>
                  <a:pt x="0" y="32184"/>
                  <a:pt x="32184" y="0"/>
                  <a:pt x="7182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08914" y="2819063"/>
            <a:ext cx="334876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🔧 Architecture Matters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08914" y="3070445"/>
            <a:ext cx="3339782" cy="37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9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Well-designed agent workflows and state management are crucial for reliability.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01179" y="3627075"/>
            <a:ext cx="3492406" cy="843923"/>
          </a:xfrm>
          <a:custGeom>
            <a:avLst/>
            <a:gdLst/>
            <a:ahLst/>
            <a:cxnLst/>
            <a:rect l="l" t="t" r="r" b="b"/>
            <a:pathLst>
              <a:path w="3492406" h="843923">
                <a:moveTo>
                  <a:pt x="71826" y="0"/>
                </a:moveTo>
                <a:lnTo>
                  <a:pt x="3420580" y="0"/>
                </a:lnTo>
                <a:cubicBezTo>
                  <a:pt x="3460249" y="0"/>
                  <a:pt x="3492406" y="32158"/>
                  <a:pt x="3492406" y="71826"/>
                </a:cubicBezTo>
                <a:lnTo>
                  <a:pt x="3492406" y="772097"/>
                </a:lnTo>
                <a:cubicBezTo>
                  <a:pt x="3492406" y="811766"/>
                  <a:pt x="3460249" y="843923"/>
                  <a:pt x="3420580" y="843923"/>
                </a:cubicBezTo>
                <a:lnTo>
                  <a:pt x="71826" y="843923"/>
                </a:lnTo>
                <a:cubicBezTo>
                  <a:pt x="32158" y="843923"/>
                  <a:pt x="0" y="811766"/>
                  <a:pt x="0" y="772097"/>
                </a:cubicBezTo>
                <a:lnTo>
                  <a:pt x="0" y="71826"/>
                </a:lnTo>
                <a:cubicBezTo>
                  <a:pt x="0" y="32184"/>
                  <a:pt x="32184" y="0"/>
                  <a:pt x="7182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08914" y="3734810"/>
            <a:ext cx="334876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⚖️ Balance is Key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08914" y="3986191"/>
            <a:ext cx="3339782" cy="37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9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 AI automation with manual testing for comprehensive coverage.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01179" y="4542822"/>
            <a:ext cx="3492406" cy="655387"/>
          </a:xfrm>
          <a:custGeom>
            <a:avLst/>
            <a:gdLst/>
            <a:ahLst/>
            <a:cxnLst/>
            <a:rect l="l" t="t" r="r" b="b"/>
            <a:pathLst>
              <a:path w="3492406" h="655387">
                <a:moveTo>
                  <a:pt x="71824" y="0"/>
                </a:moveTo>
                <a:lnTo>
                  <a:pt x="3420583" y="0"/>
                </a:lnTo>
                <a:cubicBezTo>
                  <a:pt x="3460250" y="0"/>
                  <a:pt x="3492406" y="32157"/>
                  <a:pt x="3492406" y="71824"/>
                </a:cubicBezTo>
                <a:lnTo>
                  <a:pt x="3492406" y="583563"/>
                </a:lnTo>
                <a:cubicBezTo>
                  <a:pt x="3492406" y="623231"/>
                  <a:pt x="3460250" y="655387"/>
                  <a:pt x="3420583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08914" y="4650557"/>
            <a:ext cx="334876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📈 Continuous Learning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08914" y="4901938"/>
            <a:ext cx="3339782" cy="18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9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GenAI field evolves rapidly—staying updated is essential.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66511" y="5458568"/>
            <a:ext cx="3761744" cy="1203040"/>
          </a:xfrm>
          <a:custGeom>
            <a:avLst/>
            <a:gdLst/>
            <a:ahLst/>
            <a:cxnLst/>
            <a:rect l="l" t="t" r="r" b="b"/>
            <a:pathLst>
              <a:path w="3761744" h="1203040">
                <a:moveTo>
                  <a:pt x="71821" y="0"/>
                </a:moveTo>
                <a:lnTo>
                  <a:pt x="3689922" y="0"/>
                </a:lnTo>
                <a:cubicBezTo>
                  <a:pt x="3729588" y="0"/>
                  <a:pt x="3761744" y="32156"/>
                  <a:pt x="3761744" y="71821"/>
                </a:cubicBezTo>
                <a:lnTo>
                  <a:pt x="3761744" y="1131218"/>
                </a:lnTo>
                <a:cubicBezTo>
                  <a:pt x="3761744" y="1170884"/>
                  <a:pt x="3729588" y="1203040"/>
                  <a:pt x="3689922" y="1203040"/>
                </a:cubicBezTo>
                <a:lnTo>
                  <a:pt x="71821" y="1203040"/>
                </a:lnTo>
                <a:cubicBezTo>
                  <a:pt x="32156" y="1203040"/>
                  <a:pt x="0" y="1170884"/>
                  <a:pt x="0" y="1131218"/>
                </a:cubicBezTo>
                <a:lnTo>
                  <a:pt x="0" y="71821"/>
                </a:lnTo>
                <a:cubicBezTo>
                  <a:pt x="0" y="32182"/>
                  <a:pt x="32182" y="0"/>
                  <a:pt x="71821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195568" y="5620171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97687" y="-5965"/>
                </a:moveTo>
                <a:cubicBezTo>
                  <a:pt x="96393" y="-8490"/>
                  <a:pt x="93774" y="-10100"/>
                  <a:pt x="90933" y="-10100"/>
                </a:cubicBezTo>
                <a:cubicBezTo>
                  <a:pt x="88092" y="-10100"/>
                  <a:pt x="85472" y="-8490"/>
                  <a:pt x="84178" y="-5965"/>
                </a:cubicBezTo>
                <a:lnTo>
                  <a:pt x="60948" y="39548"/>
                </a:lnTo>
                <a:lnTo>
                  <a:pt x="10479" y="47565"/>
                </a:lnTo>
                <a:cubicBezTo>
                  <a:pt x="7670" y="48007"/>
                  <a:pt x="5334" y="49996"/>
                  <a:pt x="4450" y="52710"/>
                </a:cubicBezTo>
                <a:cubicBezTo>
                  <a:pt x="3567" y="55425"/>
                  <a:pt x="4293" y="58391"/>
                  <a:pt x="6281" y="60412"/>
                </a:cubicBezTo>
                <a:lnTo>
                  <a:pt x="42389" y="96551"/>
                </a:lnTo>
                <a:lnTo>
                  <a:pt x="34435" y="147020"/>
                </a:lnTo>
                <a:cubicBezTo>
                  <a:pt x="33993" y="149829"/>
                  <a:pt x="35161" y="152670"/>
                  <a:pt x="37465" y="154343"/>
                </a:cubicBezTo>
                <a:cubicBezTo>
                  <a:pt x="39769" y="156016"/>
                  <a:pt x="42799" y="156268"/>
                  <a:pt x="45356" y="154974"/>
                </a:cubicBezTo>
                <a:lnTo>
                  <a:pt x="90933" y="131807"/>
                </a:lnTo>
                <a:lnTo>
                  <a:pt x="136478" y="154974"/>
                </a:lnTo>
                <a:cubicBezTo>
                  <a:pt x="139003" y="156268"/>
                  <a:pt x="142065" y="156016"/>
                  <a:pt x="144369" y="154343"/>
                </a:cubicBezTo>
                <a:cubicBezTo>
                  <a:pt x="146673" y="152670"/>
                  <a:pt x="147841" y="149861"/>
                  <a:pt x="147399" y="147020"/>
                </a:cubicBezTo>
                <a:lnTo>
                  <a:pt x="139414" y="96551"/>
                </a:lnTo>
                <a:lnTo>
                  <a:pt x="175522" y="60412"/>
                </a:lnTo>
                <a:cubicBezTo>
                  <a:pt x="177542" y="58391"/>
                  <a:pt x="178236" y="55425"/>
                  <a:pt x="177352" y="52710"/>
                </a:cubicBezTo>
                <a:cubicBezTo>
                  <a:pt x="176469" y="49996"/>
                  <a:pt x="174164" y="48007"/>
                  <a:pt x="171324" y="47565"/>
                </a:cubicBezTo>
                <a:lnTo>
                  <a:pt x="120886" y="39548"/>
                </a:lnTo>
                <a:lnTo>
                  <a:pt x="97687" y="-5965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389715" y="5575281"/>
            <a:ext cx="340262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83223" y="5898486"/>
            <a:ext cx="3600141" cy="646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received positive feedback for </a:t>
            </a:r>
            <a:r>
              <a:rPr lang="en-US" sz="113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depth, proactive approach, and ability to translate complex concepts into practical solutions</a:t>
            </a:r>
            <a:r>
              <a:rPr lang="en-US" sz="113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37a964b52d204bc9d8f53eb7da4d33782ccb58b7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70" b="70"/>
          <a:stretch/>
        </p:blipFill>
        <p:spPr>
          <a:xfrm>
            <a:off x="0" y="0"/>
            <a:ext cx="12192000" cy="685907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072"/>
          </a:xfrm>
          <a:custGeom>
            <a:avLst/>
            <a:gdLst/>
            <a:ahLst/>
            <a:cxnLst/>
            <a:rect l="l" t="t" r="r" b="b"/>
            <a:pathLst>
              <a:path w="12192000" h="6859072">
                <a:moveTo>
                  <a:pt x="0" y="0"/>
                </a:moveTo>
                <a:lnTo>
                  <a:pt x="12192000" y="0"/>
                </a:lnTo>
                <a:lnTo>
                  <a:pt x="12192000" y="6859072"/>
                </a:lnTo>
                <a:lnTo>
                  <a:pt x="0" y="685907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FFFFF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42954" y="394397"/>
            <a:ext cx="68591" cy="411544"/>
          </a:xfrm>
          <a:custGeom>
            <a:avLst/>
            <a:gdLst/>
            <a:ahLst/>
            <a:cxnLst/>
            <a:rect l="l" t="t" r="r" b="b"/>
            <a:pathLst>
              <a:path w="68591" h="411544">
                <a:moveTo>
                  <a:pt x="0" y="0"/>
                </a:moveTo>
                <a:lnTo>
                  <a:pt x="68591" y="0"/>
                </a:lnTo>
                <a:lnTo>
                  <a:pt x="68591" y="411544"/>
                </a:lnTo>
                <a:lnTo>
                  <a:pt x="0" y="41154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14430" y="342954"/>
            <a:ext cx="381535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kern="0" spc="47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5.0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4430" y="514430"/>
            <a:ext cx="3909671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4430" y="925975"/>
            <a:ext cx="1141178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Reflecting on accomplishments and charting the path forward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51527" y="1311797"/>
            <a:ext cx="7536405" cy="3017992"/>
          </a:xfrm>
          <a:custGeom>
            <a:avLst/>
            <a:gdLst/>
            <a:ahLst/>
            <a:cxnLst/>
            <a:rect l="l" t="t" r="r" b="b"/>
            <a:pathLst>
              <a:path w="7536405" h="3017992">
                <a:moveTo>
                  <a:pt x="68599" y="0"/>
                </a:moveTo>
                <a:lnTo>
                  <a:pt x="7467806" y="0"/>
                </a:lnTo>
                <a:cubicBezTo>
                  <a:pt x="7505692" y="0"/>
                  <a:pt x="7536405" y="30713"/>
                  <a:pt x="7536405" y="68599"/>
                </a:cubicBezTo>
                <a:lnTo>
                  <a:pt x="7536405" y="2949393"/>
                </a:lnTo>
                <a:cubicBezTo>
                  <a:pt x="7536405" y="2987279"/>
                  <a:pt x="7505692" y="3017992"/>
                  <a:pt x="7467806" y="3017992"/>
                </a:cubicBezTo>
                <a:lnTo>
                  <a:pt x="68599" y="3017992"/>
                </a:lnTo>
                <a:cubicBezTo>
                  <a:pt x="30713" y="3017992"/>
                  <a:pt x="0" y="2987279"/>
                  <a:pt x="0" y="2949393"/>
                </a:cubicBezTo>
                <a:lnTo>
                  <a:pt x="0" y="68599"/>
                </a:lnTo>
                <a:cubicBezTo>
                  <a:pt x="0" y="30738"/>
                  <a:pt x="30738" y="0"/>
                  <a:pt x="6859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7300" y="1526143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02886" y="205772"/>
                </a:moveTo>
                <a:cubicBezTo>
                  <a:pt x="159670" y="205772"/>
                  <a:pt x="205772" y="159670"/>
                  <a:pt x="205772" y="102886"/>
                </a:cubicBezTo>
                <a:cubicBezTo>
                  <a:pt x="205772" y="46102"/>
                  <a:pt x="159670" y="0"/>
                  <a:pt x="102886" y="0"/>
                </a:cubicBezTo>
                <a:cubicBezTo>
                  <a:pt x="46102" y="0"/>
                  <a:pt x="0" y="46102"/>
                  <a:pt x="0" y="102886"/>
                </a:cubicBezTo>
                <a:cubicBezTo>
                  <a:pt x="0" y="159670"/>
                  <a:pt x="46102" y="205772"/>
                  <a:pt x="102886" y="205772"/>
                </a:cubicBezTo>
                <a:close/>
                <a:moveTo>
                  <a:pt x="136806" y="85484"/>
                </a:moveTo>
                <a:lnTo>
                  <a:pt x="104654" y="136927"/>
                </a:lnTo>
                <a:cubicBezTo>
                  <a:pt x="102966" y="139620"/>
                  <a:pt x="100073" y="141308"/>
                  <a:pt x="96898" y="141468"/>
                </a:cubicBezTo>
                <a:cubicBezTo>
                  <a:pt x="93723" y="141629"/>
                  <a:pt x="90668" y="140182"/>
                  <a:pt x="88779" y="137610"/>
                </a:cubicBezTo>
                <a:lnTo>
                  <a:pt x="69488" y="111889"/>
                </a:lnTo>
                <a:cubicBezTo>
                  <a:pt x="66273" y="107628"/>
                  <a:pt x="67157" y="101600"/>
                  <a:pt x="71417" y="98385"/>
                </a:cubicBezTo>
                <a:cubicBezTo>
                  <a:pt x="75678" y="95170"/>
                  <a:pt x="81706" y="96054"/>
                  <a:pt x="84921" y="100314"/>
                </a:cubicBezTo>
                <a:lnTo>
                  <a:pt x="95772" y="114782"/>
                </a:lnTo>
                <a:lnTo>
                  <a:pt x="120449" y="75276"/>
                </a:lnTo>
                <a:cubicBezTo>
                  <a:pt x="123262" y="70774"/>
                  <a:pt x="129210" y="69368"/>
                  <a:pt x="133752" y="72221"/>
                </a:cubicBezTo>
                <a:cubicBezTo>
                  <a:pt x="138293" y="75075"/>
                  <a:pt x="139660" y="80983"/>
                  <a:pt x="136806" y="85524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8793" y="1491848"/>
            <a:ext cx="7021975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Summary of Accomplishments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1578" y="1903392"/>
            <a:ext cx="7244895" cy="66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</a:t>
            </a:r>
            <a:r>
              <a:rPr lang="en-US" sz="108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traditional testing fundamentals with cutting-edge GenAI concepts</a:t>
            </a:r>
            <a:r>
              <a:rPr lang="en-US" sz="108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build intelligent, autonomous testing systems. This internship demonstrated the transformative potential of AI in addressing long-standing testing challenges.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5865" y="2713620"/>
            <a:ext cx="3532422" cy="660186"/>
          </a:xfrm>
          <a:custGeom>
            <a:avLst/>
            <a:gdLst/>
            <a:ahLst/>
            <a:cxnLst/>
            <a:rect l="l" t="t" r="r" b="b"/>
            <a:pathLst>
              <a:path w="3532422" h="660186">
                <a:moveTo>
                  <a:pt x="68593" y="0"/>
                </a:moveTo>
                <a:lnTo>
                  <a:pt x="3463829" y="0"/>
                </a:lnTo>
                <a:cubicBezTo>
                  <a:pt x="3501712" y="0"/>
                  <a:pt x="3532422" y="30710"/>
                  <a:pt x="3532422" y="68593"/>
                </a:cubicBezTo>
                <a:lnTo>
                  <a:pt x="3532422" y="591592"/>
                </a:lnTo>
                <a:cubicBezTo>
                  <a:pt x="3532422" y="629475"/>
                  <a:pt x="3501712" y="660186"/>
                  <a:pt x="3463829" y="660186"/>
                </a:cubicBezTo>
                <a:lnTo>
                  <a:pt x="68593" y="660186"/>
                </a:lnTo>
                <a:cubicBezTo>
                  <a:pt x="30710" y="660186"/>
                  <a:pt x="0" y="629475"/>
                  <a:pt x="0" y="591592"/>
                </a:cubicBezTo>
                <a:lnTo>
                  <a:pt x="0" y="68593"/>
                </a:lnTo>
                <a:cubicBezTo>
                  <a:pt x="0" y="30736"/>
                  <a:pt x="30736" y="0"/>
                  <a:pt x="685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3038" y="2855089"/>
            <a:ext cx="171477" cy="137181"/>
          </a:xfrm>
          <a:custGeom>
            <a:avLst/>
            <a:gdLst/>
            <a:ahLst/>
            <a:cxnLst/>
            <a:rect l="l" t="t" r="r" b="b"/>
            <a:pathLst>
              <a:path w="171477" h="137181">
                <a:moveTo>
                  <a:pt x="94312" y="0"/>
                </a:moveTo>
                <a:cubicBezTo>
                  <a:pt x="94312" y="-4742"/>
                  <a:pt x="90481" y="-8574"/>
                  <a:pt x="85738" y="-8574"/>
                </a:cubicBezTo>
                <a:cubicBezTo>
                  <a:pt x="80996" y="-8574"/>
                  <a:pt x="77165" y="-4742"/>
                  <a:pt x="77165" y="0"/>
                </a:cubicBezTo>
                <a:lnTo>
                  <a:pt x="77165" y="17148"/>
                </a:lnTo>
                <a:lnTo>
                  <a:pt x="51443" y="17148"/>
                </a:lnTo>
                <a:cubicBezTo>
                  <a:pt x="37243" y="17148"/>
                  <a:pt x="25722" y="28669"/>
                  <a:pt x="25722" y="42869"/>
                </a:cubicBezTo>
                <a:lnTo>
                  <a:pt x="25722" y="102886"/>
                </a:lnTo>
                <a:cubicBezTo>
                  <a:pt x="25722" y="117086"/>
                  <a:pt x="37243" y="128608"/>
                  <a:pt x="51443" y="128608"/>
                </a:cubicBezTo>
                <a:lnTo>
                  <a:pt x="120034" y="128608"/>
                </a:lnTo>
                <a:cubicBezTo>
                  <a:pt x="134234" y="128608"/>
                  <a:pt x="145755" y="117086"/>
                  <a:pt x="145755" y="102886"/>
                </a:cubicBezTo>
                <a:lnTo>
                  <a:pt x="145755" y="42869"/>
                </a:lnTo>
                <a:cubicBezTo>
                  <a:pt x="145755" y="28669"/>
                  <a:pt x="134234" y="17148"/>
                  <a:pt x="120034" y="17148"/>
                </a:cubicBezTo>
                <a:lnTo>
                  <a:pt x="94312" y="17148"/>
                </a:lnTo>
                <a:lnTo>
                  <a:pt x="94312" y="0"/>
                </a:lnTo>
                <a:close/>
                <a:moveTo>
                  <a:pt x="42869" y="98599"/>
                </a:moveTo>
                <a:cubicBezTo>
                  <a:pt x="42869" y="95036"/>
                  <a:pt x="45736" y="92169"/>
                  <a:pt x="49300" y="92169"/>
                </a:cubicBezTo>
                <a:lnTo>
                  <a:pt x="57873" y="92169"/>
                </a:lnTo>
                <a:cubicBezTo>
                  <a:pt x="61437" y="92169"/>
                  <a:pt x="64304" y="95036"/>
                  <a:pt x="64304" y="98599"/>
                </a:cubicBezTo>
                <a:cubicBezTo>
                  <a:pt x="64304" y="102163"/>
                  <a:pt x="61437" y="105030"/>
                  <a:pt x="57873" y="105030"/>
                </a:cubicBezTo>
                <a:lnTo>
                  <a:pt x="49300" y="105030"/>
                </a:lnTo>
                <a:cubicBezTo>
                  <a:pt x="45736" y="105030"/>
                  <a:pt x="42869" y="102163"/>
                  <a:pt x="42869" y="98599"/>
                </a:cubicBezTo>
                <a:close/>
                <a:moveTo>
                  <a:pt x="75021" y="98599"/>
                </a:moveTo>
                <a:cubicBezTo>
                  <a:pt x="75021" y="95036"/>
                  <a:pt x="77888" y="92169"/>
                  <a:pt x="81451" y="92169"/>
                </a:cubicBezTo>
                <a:lnTo>
                  <a:pt x="90025" y="92169"/>
                </a:lnTo>
                <a:cubicBezTo>
                  <a:pt x="93589" y="92169"/>
                  <a:pt x="96456" y="95036"/>
                  <a:pt x="96456" y="98599"/>
                </a:cubicBezTo>
                <a:cubicBezTo>
                  <a:pt x="96456" y="102163"/>
                  <a:pt x="93589" y="105030"/>
                  <a:pt x="90025" y="105030"/>
                </a:cubicBezTo>
                <a:lnTo>
                  <a:pt x="81451" y="105030"/>
                </a:lnTo>
                <a:cubicBezTo>
                  <a:pt x="77888" y="105030"/>
                  <a:pt x="75021" y="102163"/>
                  <a:pt x="75021" y="98599"/>
                </a:cubicBezTo>
                <a:close/>
                <a:moveTo>
                  <a:pt x="107173" y="98599"/>
                </a:moveTo>
                <a:cubicBezTo>
                  <a:pt x="107173" y="95036"/>
                  <a:pt x="110040" y="92169"/>
                  <a:pt x="113603" y="92169"/>
                </a:cubicBezTo>
                <a:lnTo>
                  <a:pt x="122177" y="92169"/>
                </a:lnTo>
                <a:cubicBezTo>
                  <a:pt x="125741" y="92169"/>
                  <a:pt x="128608" y="95036"/>
                  <a:pt x="128608" y="98599"/>
                </a:cubicBezTo>
                <a:cubicBezTo>
                  <a:pt x="128608" y="102163"/>
                  <a:pt x="125741" y="105030"/>
                  <a:pt x="122177" y="105030"/>
                </a:cubicBezTo>
                <a:lnTo>
                  <a:pt x="113603" y="105030"/>
                </a:lnTo>
                <a:cubicBezTo>
                  <a:pt x="110040" y="105030"/>
                  <a:pt x="107173" y="102163"/>
                  <a:pt x="107173" y="98599"/>
                </a:cubicBezTo>
                <a:close/>
                <a:moveTo>
                  <a:pt x="60017" y="47156"/>
                </a:moveTo>
                <a:cubicBezTo>
                  <a:pt x="67115" y="47156"/>
                  <a:pt x="72878" y="52919"/>
                  <a:pt x="72878" y="60017"/>
                </a:cubicBezTo>
                <a:cubicBezTo>
                  <a:pt x="72878" y="67115"/>
                  <a:pt x="67115" y="72878"/>
                  <a:pt x="60017" y="72878"/>
                </a:cubicBezTo>
                <a:cubicBezTo>
                  <a:pt x="52919" y="72878"/>
                  <a:pt x="47156" y="67115"/>
                  <a:pt x="47156" y="60017"/>
                </a:cubicBezTo>
                <a:cubicBezTo>
                  <a:pt x="47156" y="52919"/>
                  <a:pt x="52919" y="47156"/>
                  <a:pt x="60017" y="47156"/>
                </a:cubicBezTo>
                <a:close/>
                <a:moveTo>
                  <a:pt x="98599" y="60017"/>
                </a:moveTo>
                <a:cubicBezTo>
                  <a:pt x="98599" y="52919"/>
                  <a:pt x="104362" y="47156"/>
                  <a:pt x="111460" y="47156"/>
                </a:cubicBezTo>
                <a:cubicBezTo>
                  <a:pt x="118558" y="47156"/>
                  <a:pt x="124321" y="52919"/>
                  <a:pt x="124321" y="60017"/>
                </a:cubicBezTo>
                <a:cubicBezTo>
                  <a:pt x="124321" y="67115"/>
                  <a:pt x="118558" y="72878"/>
                  <a:pt x="111460" y="72878"/>
                </a:cubicBezTo>
                <a:cubicBezTo>
                  <a:pt x="104362" y="72878"/>
                  <a:pt x="98599" y="67115"/>
                  <a:pt x="98599" y="60017"/>
                </a:cubicBezTo>
                <a:close/>
                <a:moveTo>
                  <a:pt x="17148" y="60017"/>
                </a:moveTo>
                <a:cubicBezTo>
                  <a:pt x="17148" y="55274"/>
                  <a:pt x="13316" y="51443"/>
                  <a:pt x="8574" y="51443"/>
                </a:cubicBezTo>
                <a:cubicBezTo>
                  <a:pt x="3831" y="51443"/>
                  <a:pt x="0" y="55274"/>
                  <a:pt x="0" y="60017"/>
                </a:cubicBezTo>
                <a:lnTo>
                  <a:pt x="0" y="85738"/>
                </a:lnTo>
                <a:cubicBezTo>
                  <a:pt x="0" y="90481"/>
                  <a:pt x="3831" y="94312"/>
                  <a:pt x="8574" y="94312"/>
                </a:cubicBezTo>
                <a:cubicBezTo>
                  <a:pt x="13316" y="94312"/>
                  <a:pt x="17148" y="90481"/>
                  <a:pt x="17148" y="85738"/>
                </a:cubicBezTo>
                <a:lnTo>
                  <a:pt x="17148" y="60017"/>
                </a:lnTo>
                <a:close/>
                <a:moveTo>
                  <a:pt x="162903" y="51443"/>
                </a:moveTo>
                <a:cubicBezTo>
                  <a:pt x="158161" y="51443"/>
                  <a:pt x="154329" y="55274"/>
                  <a:pt x="154329" y="60017"/>
                </a:cubicBezTo>
                <a:lnTo>
                  <a:pt x="154329" y="85738"/>
                </a:lnTo>
                <a:cubicBezTo>
                  <a:pt x="154329" y="90481"/>
                  <a:pt x="158161" y="94312"/>
                  <a:pt x="162903" y="94312"/>
                </a:cubicBezTo>
                <a:cubicBezTo>
                  <a:pt x="167645" y="94312"/>
                  <a:pt x="171477" y="90481"/>
                  <a:pt x="171477" y="85738"/>
                </a:cubicBezTo>
                <a:lnTo>
                  <a:pt x="171477" y="60017"/>
                </a:lnTo>
                <a:cubicBezTo>
                  <a:pt x="171477" y="55274"/>
                  <a:pt x="167645" y="51443"/>
                  <a:pt x="162903" y="5144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83105" y="2820793"/>
            <a:ext cx="131179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Innovation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3038" y="3095156"/>
            <a:ext cx="3378093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multi-agent AI systems for automated testing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77469" y="2713620"/>
            <a:ext cx="3532422" cy="660186"/>
          </a:xfrm>
          <a:custGeom>
            <a:avLst/>
            <a:gdLst/>
            <a:ahLst/>
            <a:cxnLst/>
            <a:rect l="l" t="t" r="r" b="b"/>
            <a:pathLst>
              <a:path w="3532422" h="660186">
                <a:moveTo>
                  <a:pt x="68593" y="0"/>
                </a:moveTo>
                <a:lnTo>
                  <a:pt x="3463829" y="0"/>
                </a:lnTo>
                <a:cubicBezTo>
                  <a:pt x="3501712" y="0"/>
                  <a:pt x="3532422" y="30710"/>
                  <a:pt x="3532422" y="68593"/>
                </a:cubicBezTo>
                <a:lnTo>
                  <a:pt x="3532422" y="591592"/>
                </a:lnTo>
                <a:cubicBezTo>
                  <a:pt x="3532422" y="629475"/>
                  <a:pt x="3501712" y="660186"/>
                  <a:pt x="3463829" y="660186"/>
                </a:cubicBezTo>
                <a:lnTo>
                  <a:pt x="68593" y="660186"/>
                </a:lnTo>
                <a:cubicBezTo>
                  <a:pt x="30710" y="660186"/>
                  <a:pt x="0" y="629475"/>
                  <a:pt x="0" y="591592"/>
                </a:cubicBezTo>
                <a:lnTo>
                  <a:pt x="0" y="68593"/>
                </a:lnTo>
                <a:cubicBezTo>
                  <a:pt x="0" y="30736"/>
                  <a:pt x="30736" y="0"/>
                  <a:pt x="685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93216" y="2855089"/>
            <a:ext cx="154329" cy="137181"/>
          </a:xfrm>
          <a:custGeom>
            <a:avLst/>
            <a:gdLst/>
            <a:ahLst/>
            <a:cxnLst/>
            <a:rect l="l" t="t" r="r" b="b"/>
            <a:pathLst>
              <a:path w="154329" h="137181">
                <a:moveTo>
                  <a:pt x="12861" y="52461"/>
                </a:moveTo>
                <a:lnTo>
                  <a:pt x="68912" y="75530"/>
                </a:lnTo>
                <a:cubicBezTo>
                  <a:pt x="71538" y="76602"/>
                  <a:pt x="74324" y="77165"/>
                  <a:pt x="77165" y="77165"/>
                </a:cubicBezTo>
                <a:cubicBezTo>
                  <a:pt x="80005" y="77165"/>
                  <a:pt x="82791" y="76602"/>
                  <a:pt x="85417" y="75530"/>
                </a:cubicBezTo>
                <a:lnTo>
                  <a:pt x="150364" y="48791"/>
                </a:lnTo>
                <a:cubicBezTo>
                  <a:pt x="152775" y="47799"/>
                  <a:pt x="154329" y="45468"/>
                  <a:pt x="154329" y="42869"/>
                </a:cubicBezTo>
                <a:cubicBezTo>
                  <a:pt x="154329" y="40270"/>
                  <a:pt x="152775" y="37939"/>
                  <a:pt x="150364" y="36948"/>
                </a:cubicBezTo>
                <a:lnTo>
                  <a:pt x="85417" y="10208"/>
                </a:lnTo>
                <a:cubicBezTo>
                  <a:pt x="82791" y="9136"/>
                  <a:pt x="80005" y="8574"/>
                  <a:pt x="77165" y="8574"/>
                </a:cubicBezTo>
                <a:cubicBezTo>
                  <a:pt x="74324" y="8574"/>
                  <a:pt x="71538" y="9136"/>
                  <a:pt x="68912" y="10208"/>
                </a:cubicBezTo>
                <a:lnTo>
                  <a:pt x="3965" y="36948"/>
                </a:lnTo>
                <a:cubicBezTo>
                  <a:pt x="1554" y="37939"/>
                  <a:pt x="0" y="40270"/>
                  <a:pt x="0" y="42869"/>
                </a:cubicBezTo>
                <a:lnTo>
                  <a:pt x="0" y="122177"/>
                </a:lnTo>
                <a:cubicBezTo>
                  <a:pt x="0" y="125741"/>
                  <a:pt x="2867" y="128608"/>
                  <a:pt x="6430" y="128608"/>
                </a:cubicBezTo>
                <a:cubicBezTo>
                  <a:pt x="9994" y="128608"/>
                  <a:pt x="12861" y="125741"/>
                  <a:pt x="12861" y="122177"/>
                </a:cubicBezTo>
                <a:lnTo>
                  <a:pt x="12861" y="52461"/>
                </a:lnTo>
                <a:close/>
                <a:moveTo>
                  <a:pt x="25722" y="71672"/>
                </a:moveTo>
                <a:lnTo>
                  <a:pt x="25722" y="102886"/>
                </a:lnTo>
                <a:cubicBezTo>
                  <a:pt x="25722" y="117086"/>
                  <a:pt x="48764" y="128608"/>
                  <a:pt x="77165" y="128608"/>
                </a:cubicBezTo>
                <a:cubicBezTo>
                  <a:pt x="105565" y="128608"/>
                  <a:pt x="128608" y="117086"/>
                  <a:pt x="128608" y="102886"/>
                </a:cubicBezTo>
                <a:lnTo>
                  <a:pt x="128608" y="71645"/>
                </a:lnTo>
                <a:lnTo>
                  <a:pt x="90320" y="87426"/>
                </a:lnTo>
                <a:cubicBezTo>
                  <a:pt x="86140" y="89141"/>
                  <a:pt x="81693" y="90025"/>
                  <a:pt x="77165" y="90025"/>
                </a:cubicBezTo>
                <a:cubicBezTo>
                  <a:pt x="72636" y="90025"/>
                  <a:pt x="68189" y="89141"/>
                  <a:pt x="64009" y="87426"/>
                </a:cubicBezTo>
                <a:lnTo>
                  <a:pt x="25722" y="71645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24710" y="2820793"/>
            <a:ext cx="121748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Growth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84642" y="3095156"/>
            <a:ext cx="3378093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Mastered both testing and AI system design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5865" y="3485266"/>
            <a:ext cx="3532422" cy="660186"/>
          </a:xfrm>
          <a:custGeom>
            <a:avLst/>
            <a:gdLst/>
            <a:ahLst/>
            <a:cxnLst/>
            <a:rect l="l" t="t" r="r" b="b"/>
            <a:pathLst>
              <a:path w="3532422" h="660186">
                <a:moveTo>
                  <a:pt x="68593" y="0"/>
                </a:moveTo>
                <a:lnTo>
                  <a:pt x="3463829" y="0"/>
                </a:lnTo>
                <a:cubicBezTo>
                  <a:pt x="3501712" y="0"/>
                  <a:pt x="3532422" y="30710"/>
                  <a:pt x="3532422" y="68593"/>
                </a:cubicBezTo>
                <a:lnTo>
                  <a:pt x="3532422" y="591592"/>
                </a:lnTo>
                <a:cubicBezTo>
                  <a:pt x="3532422" y="629475"/>
                  <a:pt x="3501712" y="660186"/>
                  <a:pt x="3463829" y="660186"/>
                </a:cubicBezTo>
                <a:lnTo>
                  <a:pt x="68593" y="660186"/>
                </a:lnTo>
                <a:cubicBezTo>
                  <a:pt x="30710" y="660186"/>
                  <a:pt x="0" y="629475"/>
                  <a:pt x="0" y="591592"/>
                </a:cubicBezTo>
                <a:lnTo>
                  <a:pt x="0" y="68593"/>
                </a:lnTo>
                <a:cubicBezTo>
                  <a:pt x="0" y="30736"/>
                  <a:pt x="30736" y="0"/>
                  <a:pt x="685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77333" y="3626734"/>
            <a:ext cx="102886" cy="137181"/>
          </a:xfrm>
          <a:custGeom>
            <a:avLst/>
            <a:gdLst/>
            <a:ahLst/>
            <a:cxnLst/>
            <a:rect l="l" t="t" r="r" b="b"/>
            <a:pathLst>
              <a:path w="102886" h="137181">
                <a:moveTo>
                  <a:pt x="78477" y="102886"/>
                </a:moveTo>
                <a:cubicBezTo>
                  <a:pt x="80433" y="96911"/>
                  <a:pt x="84345" y="91499"/>
                  <a:pt x="88766" y="86837"/>
                </a:cubicBezTo>
                <a:cubicBezTo>
                  <a:pt x="97527" y="77620"/>
                  <a:pt x="102886" y="65161"/>
                  <a:pt x="102886" y="51443"/>
                </a:cubicBezTo>
                <a:cubicBezTo>
                  <a:pt x="102886" y="23042"/>
                  <a:pt x="79844" y="0"/>
                  <a:pt x="51443" y="0"/>
                </a:cubicBezTo>
                <a:cubicBezTo>
                  <a:pt x="23042" y="0"/>
                  <a:pt x="0" y="23042"/>
                  <a:pt x="0" y="51443"/>
                </a:cubicBezTo>
                <a:cubicBezTo>
                  <a:pt x="0" y="65161"/>
                  <a:pt x="5359" y="77620"/>
                  <a:pt x="14120" y="86837"/>
                </a:cubicBezTo>
                <a:cubicBezTo>
                  <a:pt x="18541" y="91499"/>
                  <a:pt x="22480" y="96911"/>
                  <a:pt x="24409" y="102886"/>
                </a:cubicBezTo>
                <a:lnTo>
                  <a:pt x="78451" y="102886"/>
                </a:lnTo>
                <a:close/>
                <a:moveTo>
                  <a:pt x="77165" y="115747"/>
                </a:moveTo>
                <a:lnTo>
                  <a:pt x="25722" y="115747"/>
                </a:lnTo>
                <a:lnTo>
                  <a:pt x="25722" y="120034"/>
                </a:lnTo>
                <a:cubicBezTo>
                  <a:pt x="25722" y="131876"/>
                  <a:pt x="35314" y="141468"/>
                  <a:pt x="47156" y="141468"/>
                </a:cubicBezTo>
                <a:lnTo>
                  <a:pt x="55730" y="141468"/>
                </a:lnTo>
                <a:cubicBezTo>
                  <a:pt x="67573" y="141468"/>
                  <a:pt x="77165" y="131876"/>
                  <a:pt x="77165" y="120034"/>
                </a:cubicBezTo>
                <a:lnTo>
                  <a:pt x="77165" y="115747"/>
                </a:lnTo>
                <a:close/>
                <a:moveTo>
                  <a:pt x="49300" y="30008"/>
                </a:moveTo>
                <a:cubicBezTo>
                  <a:pt x="38636" y="30008"/>
                  <a:pt x="30008" y="38636"/>
                  <a:pt x="30008" y="49300"/>
                </a:cubicBezTo>
                <a:cubicBezTo>
                  <a:pt x="30008" y="52863"/>
                  <a:pt x="27142" y="55730"/>
                  <a:pt x="23578" y="55730"/>
                </a:cubicBezTo>
                <a:cubicBezTo>
                  <a:pt x="20015" y="55730"/>
                  <a:pt x="17148" y="52863"/>
                  <a:pt x="17148" y="49300"/>
                </a:cubicBezTo>
                <a:cubicBezTo>
                  <a:pt x="17148" y="31536"/>
                  <a:pt x="31536" y="17148"/>
                  <a:pt x="49300" y="17148"/>
                </a:cubicBezTo>
                <a:cubicBezTo>
                  <a:pt x="52863" y="17148"/>
                  <a:pt x="55730" y="20015"/>
                  <a:pt x="55730" y="23578"/>
                </a:cubicBezTo>
                <a:cubicBezTo>
                  <a:pt x="55730" y="27142"/>
                  <a:pt x="52863" y="30008"/>
                  <a:pt x="49300" y="30008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3105" y="3592439"/>
            <a:ext cx="105458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3038" y="3866802"/>
            <a:ext cx="3378093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Addressed real industry challenges with AI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177469" y="3485266"/>
            <a:ext cx="3532422" cy="660186"/>
          </a:xfrm>
          <a:custGeom>
            <a:avLst/>
            <a:gdLst/>
            <a:ahLst/>
            <a:cxnLst/>
            <a:rect l="l" t="t" r="r" b="b"/>
            <a:pathLst>
              <a:path w="3532422" h="660186">
                <a:moveTo>
                  <a:pt x="68593" y="0"/>
                </a:moveTo>
                <a:lnTo>
                  <a:pt x="3463829" y="0"/>
                </a:lnTo>
                <a:cubicBezTo>
                  <a:pt x="3501712" y="0"/>
                  <a:pt x="3532422" y="30710"/>
                  <a:pt x="3532422" y="68593"/>
                </a:cubicBezTo>
                <a:lnTo>
                  <a:pt x="3532422" y="591592"/>
                </a:lnTo>
                <a:cubicBezTo>
                  <a:pt x="3532422" y="629475"/>
                  <a:pt x="3501712" y="660186"/>
                  <a:pt x="3463829" y="660186"/>
                </a:cubicBezTo>
                <a:lnTo>
                  <a:pt x="68593" y="660186"/>
                </a:lnTo>
                <a:cubicBezTo>
                  <a:pt x="30710" y="660186"/>
                  <a:pt x="0" y="629475"/>
                  <a:pt x="0" y="591592"/>
                </a:cubicBezTo>
                <a:lnTo>
                  <a:pt x="0" y="68593"/>
                </a:lnTo>
                <a:cubicBezTo>
                  <a:pt x="0" y="30736"/>
                  <a:pt x="30736" y="0"/>
                  <a:pt x="685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301790" y="3626734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34295" y="85738"/>
                </a:moveTo>
                <a:lnTo>
                  <a:pt x="6564" y="85738"/>
                </a:lnTo>
                <a:cubicBezTo>
                  <a:pt x="-107" y="85738"/>
                  <a:pt x="-4207" y="78477"/>
                  <a:pt x="-777" y="72744"/>
                </a:cubicBezTo>
                <a:lnTo>
                  <a:pt x="13397" y="49112"/>
                </a:lnTo>
                <a:cubicBezTo>
                  <a:pt x="15728" y="45227"/>
                  <a:pt x="19907" y="42869"/>
                  <a:pt x="24435" y="42869"/>
                </a:cubicBezTo>
                <a:lnTo>
                  <a:pt x="49889" y="42869"/>
                </a:lnTo>
                <a:cubicBezTo>
                  <a:pt x="70279" y="8333"/>
                  <a:pt x="100689" y="6591"/>
                  <a:pt x="121025" y="9565"/>
                </a:cubicBezTo>
                <a:cubicBezTo>
                  <a:pt x="124455" y="10074"/>
                  <a:pt x="127134" y="12754"/>
                  <a:pt x="127616" y="16156"/>
                </a:cubicBezTo>
                <a:cubicBezTo>
                  <a:pt x="130590" y="36492"/>
                  <a:pt x="128849" y="66903"/>
                  <a:pt x="94312" y="87292"/>
                </a:cubicBezTo>
                <a:lnTo>
                  <a:pt x="94312" y="112746"/>
                </a:lnTo>
                <a:cubicBezTo>
                  <a:pt x="94312" y="117274"/>
                  <a:pt x="91954" y="121454"/>
                  <a:pt x="88069" y="123785"/>
                </a:cubicBezTo>
                <a:lnTo>
                  <a:pt x="64438" y="137958"/>
                </a:lnTo>
                <a:cubicBezTo>
                  <a:pt x="58731" y="141388"/>
                  <a:pt x="51443" y="137262"/>
                  <a:pt x="51443" y="130617"/>
                </a:cubicBezTo>
                <a:lnTo>
                  <a:pt x="51443" y="102886"/>
                </a:lnTo>
                <a:cubicBezTo>
                  <a:pt x="51443" y="93428"/>
                  <a:pt x="43753" y="85738"/>
                  <a:pt x="34295" y="85738"/>
                </a:cubicBezTo>
                <a:lnTo>
                  <a:pt x="34269" y="85738"/>
                </a:lnTo>
                <a:close/>
                <a:moveTo>
                  <a:pt x="107173" y="42869"/>
                </a:moveTo>
                <a:cubicBezTo>
                  <a:pt x="107173" y="35771"/>
                  <a:pt x="101410" y="30008"/>
                  <a:pt x="94312" y="30008"/>
                </a:cubicBezTo>
                <a:cubicBezTo>
                  <a:pt x="87214" y="30008"/>
                  <a:pt x="81451" y="35771"/>
                  <a:pt x="81451" y="42869"/>
                </a:cubicBezTo>
                <a:cubicBezTo>
                  <a:pt x="81451" y="49967"/>
                  <a:pt x="87214" y="55730"/>
                  <a:pt x="94312" y="55730"/>
                </a:cubicBezTo>
                <a:cubicBezTo>
                  <a:pt x="101410" y="55730"/>
                  <a:pt x="107173" y="49967"/>
                  <a:pt x="107173" y="42869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24710" y="3592439"/>
            <a:ext cx="86595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Ready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284642" y="3866802"/>
            <a:ext cx="3378093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Positioned at AI-testing intersection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42954" y="4475544"/>
            <a:ext cx="7553553" cy="1440405"/>
          </a:xfrm>
          <a:custGeom>
            <a:avLst/>
            <a:gdLst/>
            <a:ahLst/>
            <a:cxnLst/>
            <a:rect l="l" t="t" r="r" b="b"/>
            <a:pathLst>
              <a:path w="7553553" h="1440405">
                <a:moveTo>
                  <a:pt x="68592" y="0"/>
                </a:moveTo>
                <a:lnTo>
                  <a:pt x="7484961" y="0"/>
                </a:lnTo>
                <a:cubicBezTo>
                  <a:pt x="7522843" y="0"/>
                  <a:pt x="7553553" y="30710"/>
                  <a:pt x="7553553" y="68592"/>
                </a:cubicBezTo>
                <a:lnTo>
                  <a:pt x="7553553" y="1371813"/>
                </a:lnTo>
                <a:cubicBezTo>
                  <a:pt x="7553553" y="1409695"/>
                  <a:pt x="7522843" y="1440405"/>
                  <a:pt x="7484961" y="1440405"/>
                </a:cubicBezTo>
                <a:lnTo>
                  <a:pt x="68592" y="1440405"/>
                </a:lnTo>
                <a:cubicBezTo>
                  <a:pt x="30710" y="1440405"/>
                  <a:pt x="0" y="1409695"/>
                  <a:pt x="0" y="137181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46582" y="4681316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0" y="72342"/>
                </a:moveTo>
                <a:cubicBezTo>
                  <a:pt x="0" y="50137"/>
                  <a:pt x="17985" y="32152"/>
                  <a:pt x="40190" y="32152"/>
                </a:cubicBezTo>
                <a:lnTo>
                  <a:pt x="42869" y="32152"/>
                </a:lnTo>
                <a:cubicBezTo>
                  <a:pt x="48797" y="32152"/>
                  <a:pt x="53586" y="36941"/>
                  <a:pt x="53586" y="42869"/>
                </a:cubicBezTo>
                <a:cubicBezTo>
                  <a:pt x="53586" y="48797"/>
                  <a:pt x="48797" y="53586"/>
                  <a:pt x="42869" y="53586"/>
                </a:cubicBezTo>
                <a:lnTo>
                  <a:pt x="40190" y="53586"/>
                </a:lnTo>
                <a:cubicBezTo>
                  <a:pt x="29841" y="53586"/>
                  <a:pt x="21435" y="61993"/>
                  <a:pt x="21435" y="72342"/>
                </a:cubicBezTo>
                <a:lnTo>
                  <a:pt x="21435" y="75021"/>
                </a:lnTo>
                <a:lnTo>
                  <a:pt x="42869" y="75021"/>
                </a:lnTo>
                <a:cubicBezTo>
                  <a:pt x="54692" y="75021"/>
                  <a:pt x="64304" y="84633"/>
                  <a:pt x="64304" y="96456"/>
                </a:cubicBezTo>
                <a:lnTo>
                  <a:pt x="64304" y="117890"/>
                </a:lnTo>
                <a:cubicBezTo>
                  <a:pt x="64304" y="129713"/>
                  <a:pt x="54692" y="139325"/>
                  <a:pt x="42869" y="139325"/>
                </a:cubicBezTo>
                <a:lnTo>
                  <a:pt x="21435" y="139325"/>
                </a:lnTo>
                <a:cubicBezTo>
                  <a:pt x="9612" y="139325"/>
                  <a:pt x="0" y="129713"/>
                  <a:pt x="0" y="117890"/>
                </a:cubicBezTo>
                <a:lnTo>
                  <a:pt x="0" y="72342"/>
                </a:lnTo>
                <a:close/>
                <a:moveTo>
                  <a:pt x="85738" y="72342"/>
                </a:moveTo>
                <a:cubicBezTo>
                  <a:pt x="85738" y="50137"/>
                  <a:pt x="103723" y="32152"/>
                  <a:pt x="125928" y="32152"/>
                </a:cubicBezTo>
                <a:lnTo>
                  <a:pt x="128608" y="32152"/>
                </a:lnTo>
                <a:cubicBezTo>
                  <a:pt x="134536" y="32152"/>
                  <a:pt x="139325" y="36941"/>
                  <a:pt x="139325" y="42869"/>
                </a:cubicBezTo>
                <a:cubicBezTo>
                  <a:pt x="139325" y="48797"/>
                  <a:pt x="134536" y="53586"/>
                  <a:pt x="128608" y="53586"/>
                </a:cubicBezTo>
                <a:lnTo>
                  <a:pt x="125928" y="53586"/>
                </a:lnTo>
                <a:cubicBezTo>
                  <a:pt x="115579" y="53586"/>
                  <a:pt x="107173" y="61993"/>
                  <a:pt x="107173" y="72342"/>
                </a:cubicBezTo>
                <a:lnTo>
                  <a:pt x="107173" y="75021"/>
                </a:lnTo>
                <a:lnTo>
                  <a:pt x="128608" y="75021"/>
                </a:lnTo>
                <a:cubicBezTo>
                  <a:pt x="140430" y="75021"/>
                  <a:pt x="150042" y="84633"/>
                  <a:pt x="150042" y="96456"/>
                </a:cubicBezTo>
                <a:lnTo>
                  <a:pt x="150042" y="117890"/>
                </a:lnTo>
                <a:cubicBezTo>
                  <a:pt x="150042" y="129713"/>
                  <a:pt x="140430" y="139325"/>
                  <a:pt x="128608" y="139325"/>
                </a:cubicBezTo>
                <a:lnTo>
                  <a:pt x="107173" y="139325"/>
                </a:lnTo>
                <a:cubicBezTo>
                  <a:pt x="95350" y="139325"/>
                  <a:pt x="85738" y="129713"/>
                  <a:pt x="85738" y="117890"/>
                </a:cubicBezTo>
                <a:lnTo>
                  <a:pt x="85738" y="72342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28776" y="4647021"/>
            <a:ext cx="708199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Closing Statement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4430" y="4989975"/>
            <a:ext cx="7287764" cy="754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future of software testing lies not in replacing human testers, but in </a:t>
            </a:r>
            <a:r>
              <a:rPr lang="en-US" sz="1215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augmenting human expertise with AI intelligence</a:t>
            </a:r>
            <a:r>
              <a:rPr lang="en-US" sz="121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—creating systems that learn, adapt, and improve continuously. This internship was the first step toward that future."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080710" y="1311797"/>
            <a:ext cx="3763916" cy="3618160"/>
          </a:xfrm>
          <a:custGeom>
            <a:avLst/>
            <a:gdLst/>
            <a:ahLst/>
            <a:cxnLst/>
            <a:rect l="l" t="t" r="r" b="b"/>
            <a:pathLst>
              <a:path w="3763916" h="3618160">
                <a:moveTo>
                  <a:pt x="68600" y="0"/>
                </a:moveTo>
                <a:lnTo>
                  <a:pt x="3695315" y="0"/>
                </a:lnTo>
                <a:cubicBezTo>
                  <a:pt x="3733202" y="0"/>
                  <a:pt x="3763916" y="30713"/>
                  <a:pt x="3763916" y="68600"/>
                </a:cubicBezTo>
                <a:lnTo>
                  <a:pt x="3763916" y="3549560"/>
                </a:lnTo>
                <a:cubicBezTo>
                  <a:pt x="3763916" y="3587447"/>
                  <a:pt x="3733202" y="3618160"/>
                  <a:pt x="3695315" y="3618160"/>
                </a:cubicBezTo>
                <a:lnTo>
                  <a:pt x="68600" y="3618160"/>
                </a:lnTo>
                <a:cubicBezTo>
                  <a:pt x="30713" y="3618160"/>
                  <a:pt x="0" y="3587447"/>
                  <a:pt x="0" y="3549560"/>
                </a:cubicBezTo>
                <a:lnTo>
                  <a:pt x="0" y="68600"/>
                </a:lnTo>
                <a:cubicBezTo>
                  <a:pt x="0" y="30713"/>
                  <a:pt x="30713" y="0"/>
                  <a:pt x="68600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282195" y="1526143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42869" y="107173"/>
                </a:moveTo>
                <a:lnTo>
                  <a:pt x="8205" y="107173"/>
                </a:lnTo>
                <a:cubicBezTo>
                  <a:pt x="-134" y="107173"/>
                  <a:pt x="-5258" y="98097"/>
                  <a:pt x="-971" y="90930"/>
                </a:cubicBezTo>
                <a:lnTo>
                  <a:pt x="16746" y="61390"/>
                </a:lnTo>
                <a:cubicBezTo>
                  <a:pt x="19660" y="56534"/>
                  <a:pt x="24884" y="53586"/>
                  <a:pt x="30544" y="53586"/>
                </a:cubicBezTo>
                <a:lnTo>
                  <a:pt x="62361" y="53586"/>
                </a:lnTo>
                <a:cubicBezTo>
                  <a:pt x="87848" y="10416"/>
                  <a:pt x="125861" y="8239"/>
                  <a:pt x="151281" y="11956"/>
                </a:cubicBezTo>
                <a:cubicBezTo>
                  <a:pt x="155568" y="12593"/>
                  <a:pt x="158917" y="15942"/>
                  <a:pt x="159520" y="20195"/>
                </a:cubicBezTo>
                <a:cubicBezTo>
                  <a:pt x="163238" y="45616"/>
                  <a:pt x="161061" y="83628"/>
                  <a:pt x="117890" y="109116"/>
                </a:cubicBezTo>
                <a:lnTo>
                  <a:pt x="117890" y="140932"/>
                </a:lnTo>
                <a:cubicBezTo>
                  <a:pt x="117890" y="146593"/>
                  <a:pt x="114943" y="151817"/>
                  <a:pt x="110087" y="154731"/>
                </a:cubicBezTo>
                <a:lnTo>
                  <a:pt x="80547" y="172448"/>
                </a:lnTo>
                <a:cubicBezTo>
                  <a:pt x="73414" y="176735"/>
                  <a:pt x="64304" y="171577"/>
                  <a:pt x="64304" y="163271"/>
                </a:cubicBezTo>
                <a:lnTo>
                  <a:pt x="64304" y="128608"/>
                </a:lnTo>
                <a:cubicBezTo>
                  <a:pt x="64304" y="116785"/>
                  <a:pt x="54692" y="107173"/>
                  <a:pt x="42869" y="107173"/>
                </a:cubicBezTo>
                <a:lnTo>
                  <a:pt x="42836" y="107173"/>
                </a:lnTo>
                <a:close/>
                <a:moveTo>
                  <a:pt x="133966" y="53586"/>
                </a:moveTo>
                <a:cubicBezTo>
                  <a:pt x="133966" y="44714"/>
                  <a:pt x="126763" y="37511"/>
                  <a:pt x="117890" y="37511"/>
                </a:cubicBezTo>
                <a:cubicBezTo>
                  <a:pt x="109018" y="37511"/>
                  <a:pt x="101814" y="44714"/>
                  <a:pt x="101814" y="53586"/>
                </a:cubicBezTo>
                <a:cubicBezTo>
                  <a:pt x="101814" y="62459"/>
                  <a:pt x="109018" y="69662"/>
                  <a:pt x="117890" y="69662"/>
                </a:cubicBezTo>
                <a:cubicBezTo>
                  <a:pt x="126763" y="69662"/>
                  <a:pt x="133966" y="62459"/>
                  <a:pt x="133966" y="53586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475107" y="1491848"/>
            <a:ext cx="327520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77908" y="1869097"/>
            <a:ext cx="3386667" cy="891679"/>
          </a:xfrm>
          <a:custGeom>
            <a:avLst/>
            <a:gdLst/>
            <a:ahLst/>
            <a:cxnLst/>
            <a:rect l="l" t="t" r="r" b="b"/>
            <a:pathLst>
              <a:path w="3386667" h="891679">
                <a:moveTo>
                  <a:pt x="34295" y="0"/>
                </a:moveTo>
                <a:lnTo>
                  <a:pt x="3318079" y="0"/>
                </a:lnTo>
                <a:cubicBezTo>
                  <a:pt x="3355959" y="0"/>
                  <a:pt x="3386667" y="30708"/>
                  <a:pt x="3386667" y="68588"/>
                </a:cubicBezTo>
                <a:lnTo>
                  <a:pt x="3386667" y="823091"/>
                </a:lnTo>
                <a:cubicBezTo>
                  <a:pt x="3386667" y="860971"/>
                  <a:pt x="3355959" y="891679"/>
                  <a:pt x="3318079" y="891679"/>
                </a:cubicBezTo>
                <a:lnTo>
                  <a:pt x="34295" y="891679"/>
                </a:lnTo>
                <a:cubicBezTo>
                  <a:pt x="15355" y="891679"/>
                  <a:pt x="0" y="876325"/>
                  <a:pt x="0" y="85738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277908" y="1869097"/>
            <a:ext cx="34295" cy="891679"/>
          </a:xfrm>
          <a:custGeom>
            <a:avLst/>
            <a:gdLst/>
            <a:ahLst/>
            <a:cxnLst/>
            <a:rect l="l" t="t" r="r" b="b"/>
            <a:pathLst>
              <a:path w="34295" h="891679">
                <a:moveTo>
                  <a:pt x="34295" y="0"/>
                </a:moveTo>
                <a:lnTo>
                  <a:pt x="34295" y="0"/>
                </a:lnTo>
                <a:lnTo>
                  <a:pt x="34295" y="891679"/>
                </a:lnTo>
                <a:lnTo>
                  <a:pt x="34295" y="891679"/>
                </a:lnTo>
                <a:cubicBezTo>
                  <a:pt x="15355" y="891679"/>
                  <a:pt x="0" y="876325"/>
                  <a:pt x="0" y="85738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397942" y="1971983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lnTo>
                  <a:pt x="137181" y="0"/>
                </a:lnTo>
                <a:cubicBezTo>
                  <a:pt x="212945" y="0"/>
                  <a:pt x="274363" y="61418"/>
                  <a:pt x="274363" y="137181"/>
                </a:cubicBezTo>
                <a:lnTo>
                  <a:pt x="274363" y="137181"/>
                </a:lnTo>
                <a:cubicBezTo>
                  <a:pt x="274363" y="212945"/>
                  <a:pt x="212945" y="274363"/>
                  <a:pt x="137181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367934" y="1971983"/>
            <a:ext cx="33438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740896" y="2006278"/>
            <a:ext cx="132037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to UI Testing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397942" y="2314937"/>
            <a:ext cx="3223764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 multi-agent system to handle visual testing with computer vision capabilities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77908" y="2863662"/>
            <a:ext cx="3386667" cy="891679"/>
          </a:xfrm>
          <a:custGeom>
            <a:avLst/>
            <a:gdLst/>
            <a:ahLst/>
            <a:cxnLst/>
            <a:rect l="l" t="t" r="r" b="b"/>
            <a:pathLst>
              <a:path w="3386667" h="891679">
                <a:moveTo>
                  <a:pt x="34295" y="0"/>
                </a:moveTo>
                <a:lnTo>
                  <a:pt x="3318079" y="0"/>
                </a:lnTo>
                <a:cubicBezTo>
                  <a:pt x="3355959" y="0"/>
                  <a:pt x="3386667" y="30708"/>
                  <a:pt x="3386667" y="68588"/>
                </a:cubicBezTo>
                <a:lnTo>
                  <a:pt x="3386667" y="823091"/>
                </a:lnTo>
                <a:cubicBezTo>
                  <a:pt x="3386667" y="860971"/>
                  <a:pt x="3355959" y="891679"/>
                  <a:pt x="3318079" y="891679"/>
                </a:cubicBezTo>
                <a:lnTo>
                  <a:pt x="34295" y="891679"/>
                </a:lnTo>
                <a:cubicBezTo>
                  <a:pt x="15355" y="891679"/>
                  <a:pt x="0" y="876325"/>
                  <a:pt x="0" y="85738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77908" y="2863662"/>
            <a:ext cx="34295" cy="891679"/>
          </a:xfrm>
          <a:custGeom>
            <a:avLst/>
            <a:gdLst/>
            <a:ahLst/>
            <a:cxnLst/>
            <a:rect l="l" t="t" r="r" b="b"/>
            <a:pathLst>
              <a:path w="34295" h="891679">
                <a:moveTo>
                  <a:pt x="34295" y="0"/>
                </a:moveTo>
                <a:lnTo>
                  <a:pt x="34295" y="0"/>
                </a:lnTo>
                <a:lnTo>
                  <a:pt x="34295" y="891679"/>
                </a:lnTo>
                <a:lnTo>
                  <a:pt x="34295" y="891679"/>
                </a:lnTo>
                <a:cubicBezTo>
                  <a:pt x="15355" y="891679"/>
                  <a:pt x="0" y="876325"/>
                  <a:pt x="0" y="85738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397942" y="2966549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lnTo>
                  <a:pt x="137181" y="0"/>
                </a:lnTo>
                <a:cubicBezTo>
                  <a:pt x="212945" y="0"/>
                  <a:pt x="274363" y="61418"/>
                  <a:pt x="274363" y="137181"/>
                </a:cubicBezTo>
                <a:lnTo>
                  <a:pt x="274363" y="137181"/>
                </a:lnTo>
                <a:cubicBezTo>
                  <a:pt x="274363" y="212945"/>
                  <a:pt x="212945" y="274363"/>
                  <a:pt x="137181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367934" y="2966549"/>
            <a:ext cx="33438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740896" y="3000844"/>
            <a:ext cx="156043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Self-Healing Automation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397942" y="3309502"/>
            <a:ext cx="3223764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AI-powered script repair when UI changes break existing tests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77908" y="3858228"/>
            <a:ext cx="3386667" cy="891679"/>
          </a:xfrm>
          <a:custGeom>
            <a:avLst/>
            <a:gdLst/>
            <a:ahLst/>
            <a:cxnLst/>
            <a:rect l="l" t="t" r="r" b="b"/>
            <a:pathLst>
              <a:path w="3386667" h="891679">
                <a:moveTo>
                  <a:pt x="34295" y="0"/>
                </a:moveTo>
                <a:lnTo>
                  <a:pt x="3318079" y="0"/>
                </a:lnTo>
                <a:cubicBezTo>
                  <a:pt x="3355959" y="0"/>
                  <a:pt x="3386667" y="30708"/>
                  <a:pt x="3386667" y="68588"/>
                </a:cubicBezTo>
                <a:lnTo>
                  <a:pt x="3386667" y="823091"/>
                </a:lnTo>
                <a:cubicBezTo>
                  <a:pt x="3386667" y="860971"/>
                  <a:pt x="3355959" y="891679"/>
                  <a:pt x="3318079" y="891679"/>
                </a:cubicBezTo>
                <a:lnTo>
                  <a:pt x="34295" y="891679"/>
                </a:lnTo>
                <a:cubicBezTo>
                  <a:pt x="15355" y="891679"/>
                  <a:pt x="0" y="876325"/>
                  <a:pt x="0" y="85738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8277908" y="3858228"/>
            <a:ext cx="34295" cy="891679"/>
          </a:xfrm>
          <a:custGeom>
            <a:avLst/>
            <a:gdLst/>
            <a:ahLst/>
            <a:cxnLst/>
            <a:rect l="l" t="t" r="r" b="b"/>
            <a:pathLst>
              <a:path w="34295" h="891679">
                <a:moveTo>
                  <a:pt x="34295" y="0"/>
                </a:moveTo>
                <a:lnTo>
                  <a:pt x="34295" y="0"/>
                </a:lnTo>
                <a:lnTo>
                  <a:pt x="34295" y="891679"/>
                </a:lnTo>
                <a:lnTo>
                  <a:pt x="34295" y="891679"/>
                </a:lnTo>
                <a:cubicBezTo>
                  <a:pt x="15355" y="891679"/>
                  <a:pt x="0" y="876325"/>
                  <a:pt x="0" y="85738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397942" y="3961114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lnTo>
                  <a:pt x="137181" y="0"/>
                </a:lnTo>
                <a:cubicBezTo>
                  <a:pt x="212945" y="0"/>
                  <a:pt x="274363" y="61418"/>
                  <a:pt x="274363" y="137181"/>
                </a:cubicBezTo>
                <a:lnTo>
                  <a:pt x="274363" y="137181"/>
                </a:lnTo>
                <a:cubicBezTo>
                  <a:pt x="274363" y="212945"/>
                  <a:pt x="212945" y="274363"/>
                  <a:pt x="137181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8367934" y="3961114"/>
            <a:ext cx="33438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740896" y="3995409"/>
            <a:ext cx="190339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Decision-Making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397942" y="4304068"/>
            <a:ext cx="3223764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agents to make independent testing strategy decisions based on risk analysis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072136" y="5075713"/>
            <a:ext cx="3781063" cy="1268928"/>
          </a:xfrm>
          <a:custGeom>
            <a:avLst/>
            <a:gdLst/>
            <a:ahLst/>
            <a:cxnLst/>
            <a:rect l="l" t="t" r="r" b="b"/>
            <a:pathLst>
              <a:path w="3781063" h="1268928">
                <a:moveTo>
                  <a:pt x="68586" y="0"/>
                </a:moveTo>
                <a:lnTo>
                  <a:pt x="3712478" y="0"/>
                </a:lnTo>
                <a:cubicBezTo>
                  <a:pt x="3750356" y="0"/>
                  <a:pt x="3781063" y="30707"/>
                  <a:pt x="3781063" y="68586"/>
                </a:cubicBezTo>
                <a:lnTo>
                  <a:pt x="3781063" y="1200343"/>
                </a:lnTo>
                <a:cubicBezTo>
                  <a:pt x="3781063" y="1238221"/>
                  <a:pt x="3750356" y="1268928"/>
                  <a:pt x="3712478" y="1268928"/>
                </a:cubicBezTo>
                <a:lnTo>
                  <a:pt x="68586" y="1268928"/>
                </a:lnTo>
                <a:cubicBezTo>
                  <a:pt x="30707" y="1268928"/>
                  <a:pt x="0" y="1238221"/>
                  <a:pt x="0" y="1200343"/>
                </a:cubicBezTo>
                <a:lnTo>
                  <a:pt x="0" y="68586"/>
                </a:lnTo>
                <a:cubicBezTo>
                  <a:pt x="0" y="30732"/>
                  <a:pt x="30732" y="0"/>
                  <a:pt x="68586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8230752" y="5255764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14468" y="19291"/>
                </a:moveTo>
                <a:cubicBezTo>
                  <a:pt x="6481" y="19291"/>
                  <a:pt x="0" y="25772"/>
                  <a:pt x="0" y="33759"/>
                </a:cubicBezTo>
                <a:cubicBezTo>
                  <a:pt x="0" y="38311"/>
                  <a:pt x="2140" y="42591"/>
                  <a:pt x="5787" y="45334"/>
                </a:cubicBezTo>
                <a:lnTo>
                  <a:pt x="68484" y="92356"/>
                </a:lnTo>
                <a:cubicBezTo>
                  <a:pt x="73638" y="96215"/>
                  <a:pt x="80691" y="96215"/>
                  <a:pt x="85846" y="92356"/>
                </a:cubicBezTo>
                <a:lnTo>
                  <a:pt x="148542" y="45334"/>
                </a:lnTo>
                <a:cubicBezTo>
                  <a:pt x="152189" y="42591"/>
                  <a:pt x="154329" y="38311"/>
                  <a:pt x="154329" y="33759"/>
                </a:cubicBezTo>
                <a:cubicBezTo>
                  <a:pt x="154329" y="25772"/>
                  <a:pt x="147848" y="19291"/>
                  <a:pt x="139861" y="19291"/>
                </a:cubicBezTo>
                <a:lnTo>
                  <a:pt x="14468" y="19291"/>
                </a:lnTo>
                <a:close/>
                <a:moveTo>
                  <a:pt x="0" y="59079"/>
                </a:moveTo>
                <a:lnTo>
                  <a:pt x="0" y="115747"/>
                </a:lnTo>
                <a:cubicBezTo>
                  <a:pt x="0" y="126387"/>
                  <a:pt x="8651" y="135038"/>
                  <a:pt x="19291" y="135038"/>
                </a:cubicBezTo>
                <a:lnTo>
                  <a:pt x="135038" y="135038"/>
                </a:lnTo>
                <a:cubicBezTo>
                  <a:pt x="145678" y="135038"/>
                  <a:pt x="154329" y="126387"/>
                  <a:pt x="154329" y="115747"/>
                </a:cubicBezTo>
                <a:lnTo>
                  <a:pt x="154329" y="59079"/>
                </a:lnTo>
                <a:lnTo>
                  <a:pt x="94527" y="103931"/>
                </a:lnTo>
                <a:cubicBezTo>
                  <a:pt x="84248" y="111647"/>
                  <a:pt x="70081" y="111647"/>
                  <a:pt x="59803" y="103931"/>
                </a:cubicBezTo>
                <a:lnTo>
                  <a:pt x="0" y="5907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8406516" y="5212895"/>
            <a:ext cx="338666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Contact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233967" y="5581570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52515" y="58141"/>
                </a:moveTo>
                <a:cubicBezTo>
                  <a:pt x="68042" y="58141"/>
                  <a:pt x="80648" y="45535"/>
                  <a:pt x="80648" y="30008"/>
                </a:cubicBezTo>
                <a:cubicBezTo>
                  <a:pt x="80648" y="14481"/>
                  <a:pt x="68042" y="1876"/>
                  <a:pt x="52515" y="1876"/>
                </a:cubicBezTo>
                <a:cubicBezTo>
                  <a:pt x="36988" y="1876"/>
                  <a:pt x="24382" y="14481"/>
                  <a:pt x="24382" y="30008"/>
                </a:cubicBezTo>
                <a:cubicBezTo>
                  <a:pt x="24382" y="45535"/>
                  <a:pt x="36988" y="58141"/>
                  <a:pt x="52515" y="58141"/>
                </a:cubicBezTo>
                <a:close/>
                <a:moveTo>
                  <a:pt x="45552" y="71270"/>
                </a:moveTo>
                <a:cubicBezTo>
                  <a:pt x="22459" y="71270"/>
                  <a:pt x="3751" y="89978"/>
                  <a:pt x="3751" y="113071"/>
                </a:cubicBezTo>
                <a:cubicBezTo>
                  <a:pt x="3751" y="116916"/>
                  <a:pt x="6869" y="120034"/>
                  <a:pt x="10714" y="120034"/>
                </a:cubicBezTo>
                <a:lnTo>
                  <a:pt x="94316" y="120034"/>
                </a:lnTo>
                <a:cubicBezTo>
                  <a:pt x="98160" y="120034"/>
                  <a:pt x="101278" y="116916"/>
                  <a:pt x="101278" y="113071"/>
                </a:cubicBezTo>
                <a:cubicBezTo>
                  <a:pt x="101278" y="89978"/>
                  <a:pt x="82570" y="71270"/>
                  <a:pt x="59478" y="71270"/>
                </a:cubicBezTo>
                <a:lnTo>
                  <a:pt x="45552" y="7127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8427950" y="5555848"/>
            <a:ext cx="73735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[Your Name]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8226465" y="5821637"/>
            <a:ext cx="120034" cy="120034"/>
          </a:xfrm>
          <a:custGeom>
            <a:avLst/>
            <a:gdLst/>
            <a:ahLst/>
            <a:cxnLst/>
            <a:rect l="l" t="t" r="r" b="b"/>
            <a:pathLst>
              <a:path w="120034" h="120034">
                <a:moveTo>
                  <a:pt x="11253" y="15004"/>
                </a:moveTo>
                <a:cubicBezTo>
                  <a:pt x="5040" y="15004"/>
                  <a:pt x="0" y="20045"/>
                  <a:pt x="0" y="26257"/>
                </a:cubicBezTo>
                <a:cubicBezTo>
                  <a:pt x="0" y="29797"/>
                  <a:pt x="1665" y="33127"/>
                  <a:pt x="4501" y="35260"/>
                </a:cubicBezTo>
                <a:lnTo>
                  <a:pt x="53265" y="71833"/>
                </a:lnTo>
                <a:cubicBezTo>
                  <a:pt x="57274" y="74834"/>
                  <a:pt x="62760" y="74834"/>
                  <a:pt x="66769" y="71833"/>
                </a:cubicBezTo>
                <a:lnTo>
                  <a:pt x="115532" y="35260"/>
                </a:lnTo>
                <a:cubicBezTo>
                  <a:pt x="118369" y="33127"/>
                  <a:pt x="120034" y="29797"/>
                  <a:pt x="120034" y="26257"/>
                </a:cubicBezTo>
                <a:cubicBezTo>
                  <a:pt x="120034" y="20045"/>
                  <a:pt x="114993" y="15004"/>
                  <a:pt x="108781" y="15004"/>
                </a:cubicBezTo>
                <a:lnTo>
                  <a:pt x="11253" y="15004"/>
                </a:lnTo>
                <a:close/>
                <a:moveTo>
                  <a:pt x="0" y="45950"/>
                </a:moveTo>
                <a:lnTo>
                  <a:pt x="0" y="90025"/>
                </a:lnTo>
                <a:cubicBezTo>
                  <a:pt x="0" y="98301"/>
                  <a:pt x="6728" y="105030"/>
                  <a:pt x="15004" y="105030"/>
                </a:cubicBezTo>
                <a:lnTo>
                  <a:pt x="105030" y="105030"/>
                </a:lnTo>
                <a:cubicBezTo>
                  <a:pt x="113305" y="105030"/>
                  <a:pt x="120034" y="98301"/>
                  <a:pt x="120034" y="90025"/>
                </a:cubicBezTo>
                <a:lnTo>
                  <a:pt x="120034" y="45950"/>
                </a:lnTo>
                <a:lnTo>
                  <a:pt x="73521" y="80835"/>
                </a:lnTo>
                <a:cubicBezTo>
                  <a:pt x="65526" y="86837"/>
                  <a:pt x="54508" y="86837"/>
                  <a:pt x="46513" y="80835"/>
                </a:cubicBezTo>
                <a:lnTo>
                  <a:pt x="0" y="4595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8427950" y="5795916"/>
            <a:ext cx="151757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[your.email@example.com]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241469" y="6061705"/>
            <a:ext cx="90025" cy="120034"/>
          </a:xfrm>
          <a:custGeom>
            <a:avLst/>
            <a:gdLst/>
            <a:ahLst/>
            <a:cxnLst/>
            <a:rect l="l" t="t" r="r" b="b"/>
            <a:pathLst>
              <a:path w="90025" h="120034">
                <a:moveTo>
                  <a:pt x="15004" y="0"/>
                </a:moveTo>
                <a:cubicBezTo>
                  <a:pt x="6728" y="0"/>
                  <a:pt x="0" y="6728"/>
                  <a:pt x="0" y="15004"/>
                </a:cubicBezTo>
                <a:lnTo>
                  <a:pt x="0" y="105030"/>
                </a:lnTo>
                <a:cubicBezTo>
                  <a:pt x="0" y="113305"/>
                  <a:pt x="6728" y="120034"/>
                  <a:pt x="15004" y="120034"/>
                </a:cubicBezTo>
                <a:lnTo>
                  <a:pt x="75021" y="120034"/>
                </a:lnTo>
                <a:cubicBezTo>
                  <a:pt x="83297" y="120034"/>
                  <a:pt x="90025" y="113305"/>
                  <a:pt x="90025" y="105030"/>
                </a:cubicBezTo>
                <a:lnTo>
                  <a:pt x="90025" y="15004"/>
                </a:lnTo>
                <a:cubicBezTo>
                  <a:pt x="90025" y="6728"/>
                  <a:pt x="83297" y="0"/>
                  <a:pt x="75021" y="0"/>
                </a:cubicBezTo>
                <a:lnTo>
                  <a:pt x="15004" y="0"/>
                </a:lnTo>
                <a:close/>
                <a:moveTo>
                  <a:pt x="41262" y="82523"/>
                </a:moveTo>
                <a:lnTo>
                  <a:pt x="48764" y="82523"/>
                </a:lnTo>
                <a:cubicBezTo>
                  <a:pt x="52913" y="82523"/>
                  <a:pt x="56266" y="85876"/>
                  <a:pt x="56266" y="90025"/>
                </a:cubicBezTo>
                <a:lnTo>
                  <a:pt x="56266" y="108781"/>
                </a:lnTo>
                <a:lnTo>
                  <a:pt x="33759" y="108781"/>
                </a:lnTo>
                <a:lnTo>
                  <a:pt x="33759" y="90025"/>
                </a:lnTo>
                <a:cubicBezTo>
                  <a:pt x="33759" y="85876"/>
                  <a:pt x="37112" y="82523"/>
                  <a:pt x="41262" y="82523"/>
                </a:cubicBezTo>
                <a:close/>
                <a:moveTo>
                  <a:pt x="22506" y="26257"/>
                </a:moveTo>
                <a:cubicBezTo>
                  <a:pt x="22506" y="24194"/>
                  <a:pt x="24194" y="22506"/>
                  <a:pt x="26257" y="22506"/>
                </a:cubicBezTo>
                <a:lnTo>
                  <a:pt x="33759" y="22506"/>
                </a:lnTo>
                <a:cubicBezTo>
                  <a:pt x="35823" y="22506"/>
                  <a:pt x="37511" y="24194"/>
                  <a:pt x="37511" y="26257"/>
                </a:cubicBezTo>
                <a:lnTo>
                  <a:pt x="37511" y="33759"/>
                </a:lnTo>
                <a:cubicBezTo>
                  <a:pt x="37511" y="35823"/>
                  <a:pt x="35823" y="37511"/>
                  <a:pt x="33759" y="37511"/>
                </a:cubicBezTo>
                <a:lnTo>
                  <a:pt x="26257" y="37511"/>
                </a:lnTo>
                <a:cubicBezTo>
                  <a:pt x="24194" y="37511"/>
                  <a:pt x="22506" y="35823"/>
                  <a:pt x="22506" y="33759"/>
                </a:cubicBezTo>
                <a:lnTo>
                  <a:pt x="22506" y="26257"/>
                </a:lnTo>
                <a:close/>
                <a:moveTo>
                  <a:pt x="56266" y="22506"/>
                </a:moveTo>
                <a:lnTo>
                  <a:pt x="63768" y="22506"/>
                </a:lnTo>
                <a:cubicBezTo>
                  <a:pt x="65831" y="22506"/>
                  <a:pt x="67519" y="24194"/>
                  <a:pt x="67519" y="26257"/>
                </a:cubicBezTo>
                <a:lnTo>
                  <a:pt x="67519" y="33759"/>
                </a:lnTo>
                <a:cubicBezTo>
                  <a:pt x="67519" y="35823"/>
                  <a:pt x="65831" y="37511"/>
                  <a:pt x="63768" y="37511"/>
                </a:cubicBezTo>
                <a:lnTo>
                  <a:pt x="56266" y="37511"/>
                </a:lnTo>
                <a:cubicBezTo>
                  <a:pt x="54203" y="37511"/>
                  <a:pt x="52515" y="35823"/>
                  <a:pt x="52515" y="33759"/>
                </a:cubicBezTo>
                <a:lnTo>
                  <a:pt x="52515" y="26257"/>
                </a:lnTo>
                <a:cubicBezTo>
                  <a:pt x="52515" y="24194"/>
                  <a:pt x="54203" y="22506"/>
                  <a:pt x="56266" y="22506"/>
                </a:cubicBezTo>
                <a:close/>
                <a:moveTo>
                  <a:pt x="22506" y="56266"/>
                </a:moveTo>
                <a:cubicBezTo>
                  <a:pt x="22506" y="54203"/>
                  <a:pt x="24194" y="52515"/>
                  <a:pt x="26257" y="52515"/>
                </a:cubicBezTo>
                <a:lnTo>
                  <a:pt x="33759" y="52515"/>
                </a:lnTo>
                <a:cubicBezTo>
                  <a:pt x="35823" y="52515"/>
                  <a:pt x="37511" y="54203"/>
                  <a:pt x="37511" y="56266"/>
                </a:cubicBezTo>
                <a:lnTo>
                  <a:pt x="37511" y="63768"/>
                </a:lnTo>
                <a:cubicBezTo>
                  <a:pt x="37511" y="65831"/>
                  <a:pt x="35823" y="67519"/>
                  <a:pt x="33759" y="67519"/>
                </a:cubicBezTo>
                <a:lnTo>
                  <a:pt x="26257" y="67519"/>
                </a:lnTo>
                <a:cubicBezTo>
                  <a:pt x="24194" y="67519"/>
                  <a:pt x="22506" y="65831"/>
                  <a:pt x="22506" y="63768"/>
                </a:cubicBezTo>
                <a:lnTo>
                  <a:pt x="22506" y="56266"/>
                </a:lnTo>
                <a:close/>
                <a:moveTo>
                  <a:pt x="56266" y="52515"/>
                </a:moveTo>
                <a:lnTo>
                  <a:pt x="63768" y="52515"/>
                </a:lnTo>
                <a:cubicBezTo>
                  <a:pt x="65831" y="52515"/>
                  <a:pt x="67519" y="54203"/>
                  <a:pt x="67519" y="56266"/>
                </a:cubicBezTo>
                <a:lnTo>
                  <a:pt x="67519" y="63768"/>
                </a:lnTo>
                <a:cubicBezTo>
                  <a:pt x="67519" y="65831"/>
                  <a:pt x="65831" y="67519"/>
                  <a:pt x="63768" y="67519"/>
                </a:cubicBezTo>
                <a:lnTo>
                  <a:pt x="56266" y="67519"/>
                </a:lnTo>
                <a:cubicBezTo>
                  <a:pt x="54203" y="67519"/>
                  <a:pt x="52515" y="65831"/>
                  <a:pt x="52515" y="63768"/>
                </a:cubicBezTo>
                <a:lnTo>
                  <a:pt x="52515" y="56266"/>
                </a:lnTo>
                <a:cubicBezTo>
                  <a:pt x="52515" y="54203"/>
                  <a:pt x="54203" y="52515"/>
                  <a:pt x="56266" y="5251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8427950" y="6035983"/>
            <a:ext cx="116604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[Organization Name]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304371" y="6413232"/>
            <a:ext cx="1158325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3" name="Text 60"/>
          <p:cNvSpPr/>
          <p:nvPr/>
        </p:nvSpPr>
        <p:spPr>
          <a:xfrm>
            <a:off x="308658" y="6653300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2075</Words>
  <Application>Microsoft Office PowerPoint</Application>
  <PresentationFormat>Widescreen</PresentationFormat>
  <Paragraphs>340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Quattrocento Sans</vt:lpstr>
      <vt:lpstr>Liter</vt:lpstr>
      <vt:lpstr>Sorts Mill Goudy</vt:lpstr>
      <vt:lpstr>Oranienbaum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Mid-Semester Internship Review</dc:title>
  <dc:subject>Mid-Semester Internship Review</dc:subject>
  <dc:creator>Kimi</dc:creator>
  <cp:lastModifiedBy>Vedant Pawar</cp:lastModifiedBy>
  <cp:revision>3</cp:revision>
  <dcterms:created xsi:type="dcterms:W3CDTF">2026-04-10T09:01:42Z</dcterms:created>
  <dcterms:modified xsi:type="dcterms:W3CDTF">2026-04-10T11:09:55Z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{"Label":"Mid-Semester Internship Review","ContentProducer":"001191110108MACG2KBH8F10000","ProduceID":"19d76363-e092-8749-8000-0000b1065f52","ReservedCode1":"","ContentPropagator":"001191110108MACG2KBH8F20000","PropagateID":"19d76363-e092-8749-8000-0000b1065f52","ReservedCode2":""}</vt:lpwstr>
  </property>
</Properties>
</file>